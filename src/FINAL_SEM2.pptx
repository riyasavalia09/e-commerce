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mic Sans MS" panose="030F0702030302020204" pitchFamily="66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Lucida Sans" panose="020B0602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776954" y="1173403"/>
            <a:ext cx="7719059" cy="343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19191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19191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07044" y="354101"/>
            <a:ext cx="8587105" cy="4577080"/>
          </a:xfrm>
          <a:custGeom>
            <a:avLst/>
            <a:gdLst/>
            <a:ahLst/>
            <a:cxnLst/>
            <a:rect l="l" t="t" r="r" b="b"/>
            <a:pathLst>
              <a:path w="8587105" h="4577080" extrusionOk="0">
                <a:moveTo>
                  <a:pt x="8209429" y="0"/>
                </a:moveTo>
                <a:lnTo>
                  <a:pt x="377569" y="0"/>
                </a:lnTo>
                <a:lnTo>
                  <a:pt x="330482" y="2964"/>
                </a:lnTo>
                <a:lnTo>
                  <a:pt x="285063" y="11615"/>
                </a:lnTo>
                <a:lnTo>
                  <a:pt x="241677" y="25586"/>
                </a:lnTo>
                <a:lnTo>
                  <a:pt x="200690" y="44512"/>
                </a:lnTo>
                <a:lnTo>
                  <a:pt x="162466" y="68029"/>
                </a:lnTo>
                <a:lnTo>
                  <a:pt x="127371" y="95770"/>
                </a:lnTo>
                <a:lnTo>
                  <a:pt x="95770" y="127371"/>
                </a:lnTo>
                <a:lnTo>
                  <a:pt x="68029" y="162466"/>
                </a:lnTo>
                <a:lnTo>
                  <a:pt x="44512" y="200690"/>
                </a:lnTo>
                <a:lnTo>
                  <a:pt x="25586" y="241677"/>
                </a:lnTo>
                <a:lnTo>
                  <a:pt x="11615" y="285063"/>
                </a:lnTo>
                <a:lnTo>
                  <a:pt x="2964" y="330482"/>
                </a:lnTo>
                <a:lnTo>
                  <a:pt x="0" y="377569"/>
                </a:lnTo>
                <a:lnTo>
                  <a:pt x="0" y="4199030"/>
                </a:lnTo>
                <a:lnTo>
                  <a:pt x="2964" y="4246117"/>
                </a:lnTo>
                <a:lnTo>
                  <a:pt x="11615" y="4291536"/>
                </a:lnTo>
                <a:lnTo>
                  <a:pt x="25586" y="4334921"/>
                </a:lnTo>
                <a:lnTo>
                  <a:pt x="44512" y="4375909"/>
                </a:lnTo>
                <a:lnTo>
                  <a:pt x="68029" y="4414133"/>
                </a:lnTo>
                <a:lnTo>
                  <a:pt x="95770" y="4449228"/>
                </a:lnTo>
                <a:lnTo>
                  <a:pt x="127371" y="4480828"/>
                </a:lnTo>
                <a:lnTo>
                  <a:pt x="162466" y="4508570"/>
                </a:lnTo>
                <a:lnTo>
                  <a:pt x="200690" y="4532086"/>
                </a:lnTo>
                <a:lnTo>
                  <a:pt x="241677" y="4551013"/>
                </a:lnTo>
                <a:lnTo>
                  <a:pt x="285063" y="4564984"/>
                </a:lnTo>
                <a:lnTo>
                  <a:pt x="330482" y="4573634"/>
                </a:lnTo>
                <a:lnTo>
                  <a:pt x="377569" y="4576599"/>
                </a:lnTo>
                <a:lnTo>
                  <a:pt x="8209429" y="4576599"/>
                </a:lnTo>
                <a:lnTo>
                  <a:pt x="8256516" y="4573634"/>
                </a:lnTo>
                <a:lnTo>
                  <a:pt x="8301935" y="4564984"/>
                </a:lnTo>
                <a:lnTo>
                  <a:pt x="8345321" y="4551013"/>
                </a:lnTo>
                <a:lnTo>
                  <a:pt x="8386309" y="4532086"/>
                </a:lnTo>
                <a:lnTo>
                  <a:pt x="8424533" y="4508570"/>
                </a:lnTo>
                <a:lnTo>
                  <a:pt x="8459628" y="4480828"/>
                </a:lnTo>
                <a:lnTo>
                  <a:pt x="8491229" y="4449228"/>
                </a:lnTo>
                <a:lnTo>
                  <a:pt x="8518970" y="4414133"/>
                </a:lnTo>
                <a:lnTo>
                  <a:pt x="8542486" y="4375909"/>
                </a:lnTo>
                <a:lnTo>
                  <a:pt x="8561413" y="4334921"/>
                </a:lnTo>
                <a:lnTo>
                  <a:pt x="8575384" y="4291536"/>
                </a:lnTo>
                <a:lnTo>
                  <a:pt x="8584034" y="4246117"/>
                </a:lnTo>
                <a:lnTo>
                  <a:pt x="8586999" y="4199030"/>
                </a:lnTo>
                <a:lnTo>
                  <a:pt x="8586999" y="377569"/>
                </a:lnTo>
                <a:lnTo>
                  <a:pt x="8584034" y="330482"/>
                </a:lnTo>
                <a:lnTo>
                  <a:pt x="8575384" y="285063"/>
                </a:lnTo>
                <a:lnTo>
                  <a:pt x="8561413" y="241677"/>
                </a:lnTo>
                <a:lnTo>
                  <a:pt x="8542486" y="200690"/>
                </a:lnTo>
                <a:lnTo>
                  <a:pt x="8518970" y="162466"/>
                </a:lnTo>
                <a:lnTo>
                  <a:pt x="8491229" y="127371"/>
                </a:lnTo>
                <a:lnTo>
                  <a:pt x="8459628" y="95770"/>
                </a:lnTo>
                <a:lnTo>
                  <a:pt x="8424533" y="68029"/>
                </a:lnTo>
                <a:lnTo>
                  <a:pt x="8386309" y="44512"/>
                </a:lnTo>
                <a:lnTo>
                  <a:pt x="8345321" y="25586"/>
                </a:lnTo>
                <a:lnTo>
                  <a:pt x="8301935" y="11615"/>
                </a:lnTo>
                <a:lnTo>
                  <a:pt x="8256516" y="2964"/>
                </a:lnTo>
                <a:lnTo>
                  <a:pt x="8209429" y="0"/>
                </a:lnTo>
                <a:close/>
              </a:path>
            </a:pathLst>
          </a:custGeom>
          <a:solidFill>
            <a:srgbClr val="000000">
              <a:alpha val="901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284849" y="289799"/>
            <a:ext cx="8574405" cy="4564380"/>
          </a:xfrm>
          <a:custGeom>
            <a:avLst/>
            <a:gdLst/>
            <a:ahLst/>
            <a:cxnLst/>
            <a:rect l="l" t="t" r="r" b="b"/>
            <a:pathLst>
              <a:path w="8574405" h="4564380" extrusionOk="0">
                <a:moveTo>
                  <a:pt x="8197777" y="0"/>
                </a:moveTo>
                <a:lnTo>
                  <a:pt x="376521" y="0"/>
                </a:lnTo>
                <a:lnTo>
                  <a:pt x="329565" y="2956"/>
                </a:lnTo>
                <a:lnTo>
                  <a:pt x="284272" y="11583"/>
                </a:lnTo>
                <a:lnTo>
                  <a:pt x="241007" y="25515"/>
                </a:lnTo>
                <a:lnTo>
                  <a:pt x="200133" y="44389"/>
                </a:lnTo>
                <a:lnTo>
                  <a:pt x="162015" y="67840"/>
                </a:lnTo>
                <a:lnTo>
                  <a:pt x="127018" y="95504"/>
                </a:lnTo>
                <a:lnTo>
                  <a:pt x="95504" y="127018"/>
                </a:lnTo>
                <a:lnTo>
                  <a:pt x="67840" y="162015"/>
                </a:lnTo>
                <a:lnTo>
                  <a:pt x="44389" y="200133"/>
                </a:lnTo>
                <a:lnTo>
                  <a:pt x="25515" y="241007"/>
                </a:lnTo>
                <a:lnTo>
                  <a:pt x="11583" y="284272"/>
                </a:lnTo>
                <a:lnTo>
                  <a:pt x="2956" y="329565"/>
                </a:lnTo>
                <a:lnTo>
                  <a:pt x="0" y="376521"/>
                </a:lnTo>
                <a:lnTo>
                  <a:pt x="0" y="4187378"/>
                </a:lnTo>
                <a:lnTo>
                  <a:pt x="2956" y="4234334"/>
                </a:lnTo>
                <a:lnTo>
                  <a:pt x="11583" y="4279627"/>
                </a:lnTo>
                <a:lnTo>
                  <a:pt x="25515" y="4322892"/>
                </a:lnTo>
                <a:lnTo>
                  <a:pt x="44389" y="4363766"/>
                </a:lnTo>
                <a:lnTo>
                  <a:pt x="67840" y="4401884"/>
                </a:lnTo>
                <a:lnTo>
                  <a:pt x="95504" y="4436881"/>
                </a:lnTo>
                <a:lnTo>
                  <a:pt x="127018" y="4468394"/>
                </a:lnTo>
                <a:lnTo>
                  <a:pt x="162015" y="4496059"/>
                </a:lnTo>
                <a:lnTo>
                  <a:pt x="200133" y="4519510"/>
                </a:lnTo>
                <a:lnTo>
                  <a:pt x="241007" y="4538384"/>
                </a:lnTo>
                <a:lnTo>
                  <a:pt x="284272" y="4552316"/>
                </a:lnTo>
                <a:lnTo>
                  <a:pt x="329565" y="4560943"/>
                </a:lnTo>
                <a:lnTo>
                  <a:pt x="376521" y="4563899"/>
                </a:lnTo>
                <a:lnTo>
                  <a:pt x="8197777" y="4563899"/>
                </a:lnTo>
                <a:lnTo>
                  <a:pt x="8244733" y="4560943"/>
                </a:lnTo>
                <a:lnTo>
                  <a:pt x="8290026" y="4552316"/>
                </a:lnTo>
                <a:lnTo>
                  <a:pt x="8333292" y="4538384"/>
                </a:lnTo>
                <a:lnTo>
                  <a:pt x="8374166" y="4519510"/>
                </a:lnTo>
                <a:lnTo>
                  <a:pt x="8412283" y="4496059"/>
                </a:lnTo>
                <a:lnTo>
                  <a:pt x="8447281" y="4468394"/>
                </a:lnTo>
                <a:lnTo>
                  <a:pt x="8478794" y="4436881"/>
                </a:lnTo>
                <a:lnTo>
                  <a:pt x="8506458" y="4401884"/>
                </a:lnTo>
                <a:lnTo>
                  <a:pt x="8529910" y="4363766"/>
                </a:lnTo>
                <a:lnTo>
                  <a:pt x="8548784" y="4322892"/>
                </a:lnTo>
                <a:lnTo>
                  <a:pt x="8562716" y="4279627"/>
                </a:lnTo>
                <a:lnTo>
                  <a:pt x="8571343" y="4234334"/>
                </a:lnTo>
                <a:lnTo>
                  <a:pt x="8574299" y="4187378"/>
                </a:lnTo>
                <a:lnTo>
                  <a:pt x="8574299" y="376521"/>
                </a:lnTo>
                <a:lnTo>
                  <a:pt x="8571343" y="329565"/>
                </a:lnTo>
                <a:lnTo>
                  <a:pt x="8562716" y="284272"/>
                </a:lnTo>
                <a:lnTo>
                  <a:pt x="8548784" y="241007"/>
                </a:lnTo>
                <a:lnTo>
                  <a:pt x="8529910" y="200133"/>
                </a:lnTo>
                <a:lnTo>
                  <a:pt x="8506458" y="162015"/>
                </a:lnTo>
                <a:lnTo>
                  <a:pt x="8478794" y="127018"/>
                </a:lnTo>
                <a:lnTo>
                  <a:pt x="8447281" y="95504"/>
                </a:lnTo>
                <a:lnTo>
                  <a:pt x="8412283" y="67840"/>
                </a:lnTo>
                <a:lnTo>
                  <a:pt x="8374166" y="44389"/>
                </a:lnTo>
                <a:lnTo>
                  <a:pt x="8333292" y="25515"/>
                </a:lnTo>
                <a:lnTo>
                  <a:pt x="8290026" y="11583"/>
                </a:lnTo>
                <a:lnTo>
                  <a:pt x="8244733" y="2956"/>
                </a:lnTo>
                <a:lnTo>
                  <a:pt x="81977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3293903"/>
            <a:ext cx="582295" cy="1849755"/>
          </a:xfrm>
          <a:custGeom>
            <a:avLst/>
            <a:gdLst/>
            <a:ahLst/>
            <a:cxnLst/>
            <a:rect l="l" t="t" r="r" b="b"/>
            <a:pathLst>
              <a:path w="582295" h="1849754" extrusionOk="0">
                <a:moveTo>
                  <a:pt x="0" y="0"/>
                </a:moveTo>
                <a:lnTo>
                  <a:pt x="56552" y="68462"/>
                </a:lnTo>
                <a:lnTo>
                  <a:pt x="91976" y="114050"/>
                </a:lnTo>
                <a:lnTo>
                  <a:pt x="126662" y="160773"/>
                </a:lnTo>
                <a:lnTo>
                  <a:pt x="160573" y="208614"/>
                </a:lnTo>
                <a:lnTo>
                  <a:pt x="193423" y="257189"/>
                </a:lnTo>
                <a:lnTo>
                  <a:pt x="224954" y="306097"/>
                </a:lnTo>
                <a:lnTo>
                  <a:pt x="255162" y="355296"/>
                </a:lnTo>
                <a:lnTo>
                  <a:pt x="284047" y="404747"/>
                </a:lnTo>
                <a:lnTo>
                  <a:pt x="311607" y="454408"/>
                </a:lnTo>
                <a:lnTo>
                  <a:pt x="337839" y="504240"/>
                </a:lnTo>
                <a:lnTo>
                  <a:pt x="362742" y="554201"/>
                </a:lnTo>
                <a:lnTo>
                  <a:pt x="386314" y="604250"/>
                </a:lnTo>
                <a:lnTo>
                  <a:pt x="408554" y="654349"/>
                </a:lnTo>
                <a:lnTo>
                  <a:pt x="429459" y="704454"/>
                </a:lnTo>
                <a:lnTo>
                  <a:pt x="449028" y="754527"/>
                </a:lnTo>
                <a:lnTo>
                  <a:pt x="467259" y="804526"/>
                </a:lnTo>
                <a:lnTo>
                  <a:pt x="484150" y="854411"/>
                </a:lnTo>
                <a:lnTo>
                  <a:pt x="499699" y="904141"/>
                </a:lnTo>
                <a:lnTo>
                  <a:pt x="513905" y="953675"/>
                </a:lnTo>
                <a:lnTo>
                  <a:pt x="526766" y="1002974"/>
                </a:lnTo>
                <a:lnTo>
                  <a:pt x="538280" y="1051995"/>
                </a:lnTo>
                <a:lnTo>
                  <a:pt x="548444" y="1100700"/>
                </a:lnTo>
                <a:lnTo>
                  <a:pt x="557259" y="1149046"/>
                </a:lnTo>
                <a:lnTo>
                  <a:pt x="564720" y="1196994"/>
                </a:lnTo>
                <a:lnTo>
                  <a:pt x="570828" y="1244503"/>
                </a:lnTo>
                <a:lnTo>
                  <a:pt x="575579" y="1291532"/>
                </a:lnTo>
                <a:lnTo>
                  <a:pt x="578973" y="1338041"/>
                </a:lnTo>
                <a:lnTo>
                  <a:pt x="581007" y="1383989"/>
                </a:lnTo>
                <a:lnTo>
                  <a:pt x="581679" y="1429335"/>
                </a:lnTo>
                <a:lnTo>
                  <a:pt x="580989" y="1474039"/>
                </a:lnTo>
                <a:lnTo>
                  <a:pt x="578933" y="1518060"/>
                </a:lnTo>
                <a:lnTo>
                  <a:pt x="575511" y="1561357"/>
                </a:lnTo>
                <a:lnTo>
                  <a:pt x="570719" y="1603891"/>
                </a:lnTo>
                <a:lnTo>
                  <a:pt x="564558" y="1645620"/>
                </a:lnTo>
                <a:lnTo>
                  <a:pt x="557024" y="1686503"/>
                </a:lnTo>
                <a:lnTo>
                  <a:pt x="548116" y="1726501"/>
                </a:lnTo>
                <a:lnTo>
                  <a:pt x="537833" y="1765572"/>
                </a:lnTo>
                <a:lnTo>
                  <a:pt x="526172" y="1803676"/>
                </a:lnTo>
                <a:lnTo>
                  <a:pt x="513131" y="1840772"/>
                </a:lnTo>
                <a:lnTo>
                  <a:pt x="509601" y="1849595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34024" y="489125"/>
            <a:ext cx="2387600" cy="273050"/>
          </a:xfrm>
          <a:custGeom>
            <a:avLst/>
            <a:gdLst/>
            <a:ahLst/>
            <a:cxnLst/>
            <a:rect l="l" t="t" r="r" b="b"/>
            <a:pathLst>
              <a:path w="2387600" h="273050" extrusionOk="0">
                <a:moveTo>
                  <a:pt x="0" y="136499"/>
                </a:moveTo>
                <a:lnTo>
                  <a:pt x="7007" y="93549"/>
                </a:lnTo>
                <a:lnTo>
                  <a:pt x="26481" y="56102"/>
                </a:lnTo>
                <a:lnTo>
                  <a:pt x="56102" y="26481"/>
                </a:lnTo>
                <a:lnTo>
                  <a:pt x="93549" y="7007"/>
                </a:lnTo>
                <a:lnTo>
                  <a:pt x="136499" y="0"/>
                </a:lnTo>
                <a:lnTo>
                  <a:pt x="2250899" y="0"/>
                </a:lnTo>
                <a:lnTo>
                  <a:pt x="2293850" y="7007"/>
                </a:lnTo>
                <a:lnTo>
                  <a:pt x="2331296" y="26481"/>
                </a:lnTo>
                <a:lnTo>
                  <a:pt x="2360917" y="56102"/>
                </a:lnTo>
                <a:lnTo>
                  <a:pt x="2380392" y="93549"/>
                </a:lnTo>
                <a:lnTo>
                  <a:pt x="2387399" y="136499"/>
                </a:lnTo>
                <a:lnTo>
                  <a:pt x="2380392" y="179450"/>
                </a:lnTo>
                <a:lnTo>
                  <a:pt x="2360917" y="216896"/>
                </a:lnTo>
                <a:lnTo>
                  <a:pt x="2331296" y="246517"/>
                </a:lnTo>
                <a:lnTo>
                  <a:pt x="2293850" y="265992"/>
                </a:lnTo>
                <a:lnTo>
                  <a:pt x="2250899" y="272999"/>
                </a:lnTo>
                <a:lnTo>
                  <a:pt x="136499" y="272999"/>
                </a:lnTo>
                <a:lnTo>
                  <a:pt x="93549" y="265992"/>
                </a:lnTo>
                <a:lnTo>
                  <a:pt x="56102" y="246517"/>
                </a:lnTo>
                <a:lnTo>
                  <a:pt x="26481" y="216896"/>
                </a:lnTo>
                <a:lnTo>
                  <a:pt x="7007" y="179450"/>
                </a:lnTo>
                <a:lnTo>
                  <a:pt x="0" y="136499"/>
                </a:lnTo>
                <a:close/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34093" y="547751"/>
            <a:ext cx="157342" cy="15746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8106498" y="489125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 extrusionOk="0">
                <a:moveTo>
                  <a:pt x="0" y="136499"/>
                </a:moveTo>
                <a:lnTo>
                  <a:pt x="7007" y="93549"/>
                </a:lnTo>
                <a:lnTo>
                  <a:pt x="26481" y="56102"/>
                </a:lnTo>
                <a:lnTo>
                  <a:pt x="56102" y="26481"/>
                </a:lnTo>
                <a:lnTo>
                  <a:pt x="93549" y="7007"/>
                </a:lnTo>
                <a:lnTo>
                  <a:pt x="136499" y="0"/>
                </a:lnTo>
                <a:lnTo>
                  <a:pt x="179450" y="7007"/>
                </a:lnTo>
                <a:lnTo>
                  <a:pt x="216896" y="26481"/>
                </a:lnTo>
                <a:lnTo>
                  <a:pt x="246517" y="56102"/>
                </a:lnTo>
                <a:lnTo>
                  <a:pt x="265992" y="93549"/>
                </a:lnTo>
                <a:lnTo>
                  <a:pt x="272999" y="136499"/>
                </a:lnTo>
                <a:lnTo>
                  <a:pt x="265992" y="179450"/>
                </a:lnTo>
                <a:lnTo>
                  <a:pt x="246517" y="216896"/>
                </a:lnTo>
                <a:lnTo>
                  <a:pt x="216896" y="246517"/>
                </a:lnTo>
                <a:lnTo>
                  <a:pt x="179450" y="265992"/>
                </a:lnTo>
                <a:lnTo>
                  <a:pt x="136499" y="272999"/>
                </a:lnTo>
                <a:lnTo>
                  <a:pt x="93549" y="265992"/>
                </a:lnTo>
                <a:lnTo>
                  <a:pt x="56102" y="246517"/>
                </a:lnTo>
                <a:lnTo>
                  <a:pt x="26481" y="216896"/>
                </a:lnTo>
                <a:lnTo>
                  <a:pt x="7007" y="179450"/>
                </a:lnTo>
                <a:lnTo>
                  <a:pt x="0" y="136499"/>
                </a:lnTo>
                <a:close/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0296" y="555120"/>
            <a:ext cx="157462" cy="14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38628" cy="68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9844" y="0"/>
            <a:ext cx="2144155" cy="53702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1"/>
          </p:nvPr>
        </p:nvSpPr>
        <p:spPr>
          <a:xfrm>
            <a:off x="539571" y="1880511"/>
            <a:ext cx="3639185" cy="270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07044" y="354101"/>
            <a:ext cx="8587105" cy="4577080"/>
          </a:xfrm>
          <a:custGeom>
            <a:avLst/>
            <a:gdLst/>
            <a:ahLst/>
            <a:cxnLst/>
            <a:rect l="l" t="t" r="r" b="b"/>
            <a:pathLst>
              <a:path w="8587105" h="4577080" extrusionOk="0">
                <a:moveTo>
                  <a:pt x="8209429" y="0"/>
                </a:moveTo>
                <a:lnTo>
                  <a:pt x="377569" y="0"/>
                </a:lnTo>
                <a:lnTo>
                  <a:pt x="330482" y="2964"/>
                </a:lnTo>
                <a:lnTo>
                  <a:pt x="285063" y="11615"/>
                </a:lnTo>
                <a:lnTo>
                  <a:pt x="241677" y="25586"/>
                </a:lnTo>
                <a:lnTo>
                  <a:pt x="200690" y="44512"/>
                </a:lnTo>
                <a:lnTo>
                  <a:pt x="162466" y="68029"/>
                </a:lnTo>
                <a:lnTo>
                  <a:pt x="127371" y="95770"/>
                </a:lnTo>
                <a:lnTo>
                  <a:pt x="95770" y="127371"/>
                </a:lnTo>
                <a:lnTo>
                  <a:pt x="68029" y="162466"/>
                </a:lnTo>
                <a:lnTo>
                  <a:pt x="44512" y="200690"/>
                </a:lnTo>
                <a:lnTo>
                  <a:pt x="25586" y="241677"/>
                </a:lnTo>
                <a:lnTo>
                  <a:pt x="11615" y="285063"/>
                </a:lnTo>
                <a:lnTo>
                  <a:pt x="2964" y="330482"/>
                </a:lnTo>
                <a:lnTo>
                  <a:pt x="0" y="377569"/>
                </a:lnTo>
                <a:lnTo>
                  <a:pt x="0" y="4199030"/>
                </a:lnTo>
                <a:lnTo>
                  <a:pt x="2964" y="4246117"/>
                </a:lnTo>
                <a:lnTo>
                  <a:pt x="11615" y="4291536"/>
                </a:lnTo>
                <a:lnTo>
                  <a:pt x="25586" y="4334921"/>
                </a:lnTo>
                <a:lnTo>
                  <a:pt x="44512" y="4375909"/>
                </a:lnTo>
                <a:lnTo>
                  <a:pt x="68029" y="4414133"/>
                </a:lnTo>
                <a:lnTo>
                  <a:pt x="95770" y="4449228"/>
                </a:lnTo>
                <a:lnTo>
                  <a:pt x="127371" y="4480828"/>
                </a:lnTo>
                <a:lnTo>
                  <a:pt x="162466" y="4508570"/>
                </a:lnTo>
                <a:lnTo>
                  <a:pt x="200690" y="4532086"/>
                </a:lnTo>
                <a:lnTo>
                  <a:pt x="241677" y="4551013"/>
                </a:lnTo>
                <a:lnTo>
                  <a:pt x="285063" y="4564984"/>
                </a:lnTo>
                <a:lnTo>
                  <a:pt x="330482" y="4573634"/>
                </a:lnTo>
                <a:lnTo>
                  <a:pt x="377569" y="4576599"/>
                </a:lnTo>
                <a:lnTo>
                  <a:pt x="8209429" y="4576599"/>
                </a:lnTo>
                <a:lnTo>
                  <a:pt x="8256516" y="4573634"/>
                </a:lnTo>
                <a:lnTo>
                  <a:pt x="8301935" y="4564984"/>
                </a:lnTo>
                <a:lnTo>
                  <a:pt x="8345321" y="4551013"/>
                </a:lnTo>
                <a:lnTo>
                  <a:pt x="8386309" y="4532086"/>
                </a:lnTo>
                <a:lnTo>
                  <a:pt x="8424533" y="4508570"/>
                </a:lnTo>
                <a:lnTo>
                  <a:pt x="8459628" y="4480828"/>
                </a:lnTo>
                <a:lnTo>
                  <a:pt x="8491229" y="4449228"/>
                </a:lnTo>
                <a:lnTo>
                  <a:pt x="8518970" y="4414133"/>
                </a:lnTo>
                <a:lnTo>
                  <a:pt x="8542486" y="4375909"/>
                </a:lnTo>
                <a:lnTo>
                  <a:pt x="8561413" y="4334921"/>
                </a:lnTo>
                <a:lnTo>
                  <a:pt x="8575384" y="4291536"/>
                </a:lnTo>
                <a:lnTo>
                  <a:pt x="8584034" y="4246117"/>
                </a:lnTo>
                <a:lnTo>
                  <a:pt x="8586999" y="4199030"/>
                </a:lnTo>
                <a:lnTo>
                  <a:pt x="8586999" y="377569"/>
                </a:lnTo>
                <a:lnTo>
                  <a:pt x="8584034" y="330482"/>
                </a:lnTo>
                <a:lnTo>
                  <a:pt x="8575384" y="285063"/>
                </a:lnTo>
                <a:lnTo>
                  <a:pt x="8561413" y="241677"/>
                </a:lnTo>
                <a:lnTo>
                  <a:pt x="8542486" y="200690"/>
                </a:lnTo>
                <a:lnTo>
                  <a:pt x="8518970" y="162466"/>
                </a:lnTo>
                <a:lnTo>
                  <a:pt x="8491229" y="127371"/>
                </a:lnTo>
                <a:lnTo>
                  <a:pt x="8459628" y="95770"/>
                </a:lnTo>
                <a:lnTo>
                  <a:pt x="8424533" y="68029"/>
                </a:lnTo>
                <a:lnTo>
                  <a:pt x="8386309" y="44512"/>
                </a:lnTo>
                <a:lnTo>
                  <a:pt x="8345321" y="25586"/>
                </a:lnTo>
                <a:lnTo>
                  <a:pt x="8301935" y="11615"/>
                </a:lnTo>
                <a:lnTo>
                  <a:pt x="8256516" y="2964"/>
                </a:lnTo>
                <a:lnTo>
                  <a:pt x="8209429" y="0"/>
                </a:lnTo>
                <a:close/>
              </a:path>
            </a:pathLst>
          </a:custGeom>
          <a:solidFill>
            <a:srgbClr val="000000">
              <a:alpha val="901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84849" y="289799"/>
            <a:ext cx="8574405" cy="4564380"/>
          </a:xfrm>
          <a:custGeom>
            <a:avLst/>
            <a:gdLst/>
            <a:ahLst/>
            <a:cxnLst/>
            <a:rect l="l" t="t" r="r" b="b"/>
            <a:pathLst>
              <a:path w="8574405" h="4564380" extrusionOk="0">
                <a:moveTo>
                  <a:pt x="8197777" y="0"/>
                </a:moveTo>
                <a:lnTo>
                  <a:pt x="376521" y="0"/>
                </a:lnTo>
                <a:lnTo>
                  <a:pt x="329565" y="2956"/>
                </a:lnTo>
                <a:lnTo>
                  <a:pt x="284272" y="11583"/>
                </a:lnTo>
                <a:lnTo>
                  <a:pt x="241007" y="25515"/>
                </a:lnTo>
                <a:lnTo>
                  <a:pt x="200133" y="44389"/>
                </a:lnTo>
                <a:lnTo>
                  <a:pt x="162015" y="67840"/>
                </a:lnTo>
                <a:lnTo>
                  <a:pt x="127018" y="95504"/>
                </a:lnTo>
                <a:lnTo>
                  <a:pt x="95504" y="127018"/>
                </a:lnTo>
                <a:lnTo>
                  <a:pt x="67840" y="162015"/>
                </a:lnTo>
                <a:lnTo>
                  <a:pt x="44389" y="200133"/>
                </a:lnTo>
                <a:lnTo>
                  <a:pt x="25515" y="241007"/>
                </a:lnTo>
                <a:lnTo>
                  <a:pt x="11583" y="284272"/>
                </a:lnTo>
                <a:lnTo>
                  <a:pt x="2956" y="329565"/>
                </a:lnTo>
                <a:lnTo>
                  <a:pt x="0" y="376521"/>
                </a:lnTo>
                <a:lnTo>
                  <a:pt x="0" y="4187378"/>
                </a:lnTo>
                <a:lnTo>
                  <a:pt x="2956" y="4234334"/>
                </a:lnTo>
                <a:lnTo>
                  <a:pt x="11583" y="4279627"/>
                </a:lnTo>
                <a:lnTo>
                  <a:pt x="25515" y="4322892"/>
                </a:lnTo>
                <a:lnTo>
                  <a:pt x="44389" y="4363766"/>
                </a:lnTo>
                <a:lnTo>
                  <a:pt x="67840" y="4401884"/>
                </a:lnTo>
                <a:lnTo>
                  <a:pt x="95504" y="4436881"/>
                </a:lnTo>
                <a:lnTo>
                  <a:pt x="127018" y="4468394"/>
                </a:lnTo>
                <a:lnTo>
                  <a:pt x="162015" y="4496059"/>
                </a:lnTo>
                <a:lnTo>
                  <a:pt x="200133" y="4519510"/>
                </a:lnTo>
                <a:lnTo>
                  <a:pt x="241007" y="4538384"/>
                </a:lnTo>
                <a:lnTo>
                  <a:pt x="284272" y="4552316"/>
                </a:lnTo>
                <a:lnTo>
                  <a:pt x="329565" y="4560943"/>
                </a:lnTo>
                <a:lnTo>
                  <a:pt x="376521" y="4563899"/>
                </a:lnTo>
                <a:lnTo>
                  <a:pt x="8197777" y="4563899"/>
                </a:lnTo>
                <a:lnTo>
                  <a:pt x="8244733" y="4560943"/>
                </a:lnTo>
                <a:lnTo>
                  <a:pt x="8290026" y="4552316"/>
                </a:lnTo>
                <a:lnTo>
                  <a:pt x="8333292" y="4538384"/>
                </a:lnTo>
                <a:lnTo>
                  <a:pt x="8374166" y="4519510"/>
                </a:lnTo>
                <a:lnTo>
                  <a:pt x="8412283" y="4496059"/>
                </a:lnTo>
                <a:lnTo>
                  <a:pt x="8447281" y="4468394"/>
                </a:lnTo>
                <a:lnTo>
                  <a:pt x="8478794" y="4436881"/>
                </a:lnTo>
                <a:lnTo>
                  <a:pt x="8506458" y="4401884"/>
                </a:lnTo>
                <a:lnTo>
                  <a:pt x="8529910" y="4363766"/>
                </a:lnTo>
                <a:lnTo>
                  <a:pt x="8548784" y="4322892"/>
                </a:lnTo>
                <a:lnTo>
                  <a:pt x="8562716" y="4279627"/>
                </a:lnTo>
                <a:lnTo>
                  <a:pt x="8571343" y="4234334"/>
                </a:lnTo>
                <a:lnTo>
                  <a:pt x="8574299" y="4187378"/>
                </a:lnTo>
                <a:lnTo>
                  <a:pt x="8574299" y="376521"/>
                </a:lnTo>
                <a:lnTo>
                  <a:pt x="8571343" y="329565"/>
                </a:lnTo>
                <a:lnTo>
                  <a:pt x="8562716" y="284272"/>
                </a:lnTo>
                <a:lnTo>
                  <a:pt x="8548784" y="241007"/>
                </a:lnTo>
                <a:lnTo>
                  <a:pt x="8529910" y="200133"/>
                </a:lnTo>
                <a:lnTo>
                  <a:pt x="8506458" y="162015"/>
                </a:lnTo>
                <a:lnTo>
                  <a:pt x="8478794" y="127018"/>
                </a:lnTo>
                <a:lnTo>
                  <a:pt x="8447281" y="95504"/>
                </a:lnTo>
                <a:lnTo>
                  <a:pt x="8412283" y="67840"/>
                </a:lnTo>
                <a:lnTo>
                  <a:pt x="8374166" y="44389"/>
                </a:lnTo>
                <a:lnTo>
                  <a:pt x="8333292" y="25515"/>
                </a:lnTo>
                <a:lnTo>
                  <a:pt x="8290026" y="11583"/>
                </a:lnTo>
                <a:lnTo>
                  <a:pt x="8244733" y="2956"/>
                </a:lnTo>
                <a:lnTo>
                  <a:pt x="81977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908460"/>
            <a:ext cx="1119505" cy="3300729"/>
          </a:xfrm>
          <a:custGeom>
            <a:avLst/>
            <a:gdLst/>
            <a:ahLst/>
            <a:cxnLst/>
            <a:rect l="l" t="t" r="r" b="b"/>
            <a:pathLst>
              <a:path w="1119505" h="3300729" extrusionOk="0">
                <a:moveTo>
                  <a:pt x="0" y="9596"/>
                </a:moveTo>
                <a:lnTo>
                  <a:pt x="25279" y="6638"/>
                </a:lnTo>
                <a:lnTo>
                  <a:pt x="65527" y="3152"/>
                </a:lnTo>
                <a:lnTo>
                  <a:pt x="105428" y="936"/>
                </a:lnTo>
                <a:lnTo>
                  <a:pt x="144961" y="0"/>
                </a:lnTo>
                <a:lnTo>
                  <a:pt x="184102" y="352"/>
                </a:lnTo>
                <a:lnTo>
                  <a:pt x="222827" y="2004"/>
                </a:lnTo>
                <a:lnTo>
                  <a:pt x="261114" y="4963"/>
                </a:lnTo>
                <a:lnTo>
                  <a:pt x="336280" y="14844"/>
                </a:lnTo>
                <a:lnTo>
                  <a:pt x="409415" y="30069"/>
                </a:lnTo>
                <a:lnTo>
                  <a:pt x="480335" y="50716"/>
                </a:lnTo>
                <a:lnTo>
                  <a:pt x="548856" y="76859"/>
                </a:lnTo>
                <a:lnTo>
                  <a:pt x="614791" y="108575"/>
                </a:lnTo>
                <a:lnTo>
                  <a:pt x="677957" y="145937"/>
                </a:lnTo>
                <a:lnTo>
                  <a:pt x="737996" y="188890"/>
                </a:lnTo>
                <a:lnTo>
                  <a:pt x="793753" y="236609"/>
                </a:lnTo>
                <a:lnTo>
                  <a:pt x="845060" y="288772"/>
                </a:lnTo>
                <a:lnTo>
                  <a:pt x="891927" y="345180"/>
                </a:lnTo>
                <a:lnTo>
                  <a:pt x="934368" y="405635"/>
                </a:lnTo>
                <a:lnTo>
                  <a:pt x="972393" y="469937"/>
                </a:lnTo>
                <a:lnTo>
                  <a:pt x="1006015" y="537886"/>
                </a:lnTo>
                <a:lnTo>
                  <a:pt x="1021179" y="573167"/>
                </a:lnTo>
                <a:lnTo>
                  <a:pt x="1035246" y="609284"/>
                </a:lnTo>
                <a:lnTo>
                  <a:pt x="1048218" y="646214"/>
                </a:lnTo>
                <a:lnTo>
                  <a:pt x="1060097" y="683932"/>
                </a:lnTo>
                <a:lnTo>
                  <a:pt x="1070884" y="722412"/>
                </a:lnTo>
                <a:lnTo>
                  <a:pt x="1080580" y="761629"/>
                </a:lnTo>
                <a:lnTo>
                  <a:pt x="1089187" y="801560"/>
                </a:lnTo>
                <a:lnTo>
                  <a:pt x="1096707" y="842178"/>
                </a:lnTo>
                <a:lnTo>
                  <a:pt x="1103141" y="883459"/>
                </a:lnTo>
                <a:lnTo>
                  <a:pt x="1108491" y="925378"/>
                </a:lnTo>
                <a:lnTo>
                  <a:pt x="1112757" y="967911"/>
                </a:lnTo>
                <a:lnTo>
                  <a:pt x="1115942" y="1011031"/>
                </a:lnTo>
                <a:lnTo>
                  <a:pt x="1118047" y="1054715"/>
                </a:lnTo>
                <a:lnTo>
                  <a:pt x="1119073" y="1098937"/>
                </a:lnTo>
                <a:lnTo>
                  <a:pt x="1119023" y="1143673"/>
                </a:lnTo>
                <a:lnTo>
                  <a:pt x="1117896" y="1188898"/>
                </a:lnTo>
                <a:lnTo>
                  <a:pt x="1115696" y="1234586"/>
                </a:lnTo>
                <a:lnTo>
                  <a:pt x="1112422" y="1280713"/>
                </a:lnTo>
                <a:lnTo>
                  <a:pt x="1108078" y="1327254"/>
                </a:lnTo>
                <a:lnTo>
                  <a:pt x="1102664" y="1374183"/>
                </a:lnTo>
                <a:lnTo>
                  <a:pt x="1096182" y="1421477"/>
                </a:lnTo>
                <a:lnTo>
                  <a:pt x="1088633" y="1469111"/>
                </a:lnTo>
                <a:lnTo>
                  <a:pt x="1080019" y="1517058"/>
                </a:lnTo>
                <a:lnTo>
                  <a:pt x="1070342" y="1565295"/>
                </a:lnTo>
                <a:lnTo>
                  <a:pt x="1059602" y="1613797"/>
                </a:lnTo>
                <a:lnTo>
                  <a:pt x="1047801" y="1662538"/>
                </a:lnTo>
                <a:lnTo>
                  <a:pt x="1034941" y="1711493"/>
                </a:lnTo>
                <a:lnTo>
                  <a:pt x="1021023" y="1760639"/>
                </a:lnTo>
                <a:lnTo>
                  <a:pt x="1006049" y="1809950"/>
                </a:lnTo>
                <a:lnTo>
                  <a:pt x="990020" y="1859400"/>
                </a:lnTo>
                <a:lnTo>
                  <a:pt x="972938" y="1908966"/>
                </a:lnTo>
                <a:lnTo>
                  <a:pt x="954804" y="1958621"/>
                </a:lnTo>
                <a:lnTo>
                  <a:pt x="935619" y="2008342"/>
                </a:lnTo>
                <a:lnTo>
                  <a:pt x="915386" y="2058104"/>
                </a:lnTo>
                <a:lnTo>
                  <a:pt x="894105" y="2107881"/>
                </a:lnTo>
                <a:lnTo>
                  <a:pt x="871779" y="2157648"/>
                </a:lnTo>
                <a:lnTo>
                  <a:pt x="848408" y="2207382"/>
                </a:lnTo>
                <a:lnTo>
                  <a:pt x="823994" y="2257056"/>
                </a:lnTo>
                <a:lnTo>
                  <a:pt x="798538" y="2306645"/>
                </a:lnTo>
                <a:lnTo>
                  <a:pt x="772043" y="2356126"/>
                </a:lnTo>
                <a:lnTo>
                  <a:pt x="744509" y="2405473"/>
                </a:lnTo>
                <a:lnTo>
                  <a:pt x="715938" y="2454661"/>
                </a:lnTo>
                <a:lnTo>
                  <a:pt x="686332" y="2503666"/>
                </a:lnTo>
                <a:lnTo>
                  <a:pt x="655691" y="2552462"/>
                </a:lnTo>
                <a:lnTo>
                  <a:pt x="624018" y="2601024"/>
                </a:lnTo>
                <a:lnTo>
                  <a:pt x="591314" y="2649328"/>
                </a:lnTo>
                <a:lnTo>
                  <a:pt x="557581" y="2697348"/>
                </a:lnTo>
                <a:lnTo>
                  <a:pt x="523025" y="2744781"/>
                </a:lnTo>
                <a:lnTo>
                  <a:pt x="487868" y="2791330"/>
                </a:lnTo>
                <a:lnTo>
                  <a:pt x="452134" y="2836987"/>
                </a:lnTo>
                <a:lnTo>
                  <a:pt x="415846" y="2881742"/>
                </a:lnTo>
                <a:lnTo>
                  <a:pt x="379026" y="2925586"/>
                </a:lnTo>
                <a:lnTo>
                  <a:pt x="341698" y="2968509"/>
                </a:lnTo>
                <a:lnTo>
                  <a:pt x="303885" y="3010502"/>
                </a:lnTo>
                <a:lnTo>
                  <a:pt x="265610" y="3051555"/>
                </a:lnTo>
                <a:lnTo>
                  <a:pt x="226895" y="3091659"/>
                </a:lnTo>
                <a:lnTo>
                  <a:pt x="187765" y="3130805"/>
                </a:lnTo>
                <a:lnTo>
                  <a:pt x="148242" y="3168983"/>
                </a:lnTo>
                <a:lnTo>
                  <a:pt x="108350" y="3206183"/>
                </a:lnTo>
                <a:lnTo>
                  <a:pt x="68111" y="3242396"/>
                </a:lnTo>
                <a:lnTo>
                  <a:pt x="27548" y="3277614"/>
                </a:lnTo>
                <a:lnTo>
                  <a:pt x="0" y="3300678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634024" y="489125"/>
            <a:ext cx="2387600" cy="273050"/>
          </a:xfrm>
          <a:custGeom>
            <a:avLst/>
            <a:gdLst/>
            <a:ahLst/>
            <a:cxnLst/>
            <a:rect l="l" t="t" r="r" b="b"/>
            <a:pathLst>
              <a:path w="2387600" h="273050" extrusionOk="0">
                <a:moveTo>
                  <a:pt x="0" y="136499"/>
                </a:moveTo>
                <a:lnTo>
                  <a:pt x="7007" y="93549"/>
                </a:lnTo>
                <a:lnTo>
                  <a:pt x="26481" y="56102"/>
                </a:lnTo>
                <a:lnTo>
                  <a:pt x="56102" y="26481"/>
                </a:lnTo>
                <a:lnTo>
                  <a:pt x="93549" y="7007"/>
                </a:lnTo>
                <a:lnTo>
                  <a:pt x="136499" y="0"/>
                </a:lnTo>
                <a:lnTo>
                  <a:pt x="2250899" y="0"/>
                </a:lnTo>
                <a:lnTo>
                  <a:pt x="2293850" y="7007"/>
                </a:lnTo>
                <a:lnTo>
                  <a:pt x="2331296" y="26481"/>
                </a:lnTo>
                <a:lnTo>
                  <a:pt x="2360917" y="56102"/>
                </a:lnTo>
                <a:lnTo>
                  <a:pt x="2380392" y="93549"/>
                </a:lnTo>
                <a:lnTo>
                  <a:pt x="2387399" y="136499"/>
                </a:lnTo>
                <a:lnTo>
                  <a:pt x="2380392" y="179450"/>
                </a:lnTo>
                <a:lnTo>
                  <a:pt x="2360917" y="216896"/>
                </a:lnTo>
                <a:lnTo>
                  <a:pt x="2331296" y="246517"/>
                </a:lnTo>
                <a:lnTo>
                  <a:pt x="2293850" y="265992"/>
                </a:lnTo>
                <a:lnTo>
                  <a:pt x="2250899" y="272999"/>
                </a:lnTo>
                <a:lnTo>
                  <a:pt x="136499" y="272999"/>
                </a:lnTo>
                <a:lnTo>
                  <a:pt x="93549" y="265992"/>
                </a:lnTo>
                <a:lnTo>
                  <a:pt x="56102" y="246517"/>
                </a:lnTo>
                <a:lnTo>
                  <a:pt x="26481" y="216896"/>
                </a:lnTo>
                <a:lnTo>
                  <a:pt x="7007" y="179450"/>
                </a:lnTo>
                <a:lnTo>
                  <a:pt x="0" y="136499"/>
                </a:lnTo>
                <a:close/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34093" y="547751"/>
            <a:ext cx="157342" cy="15746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8106498" y="489125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 extrusionOk="0">
                <a:moveTo>
                  <a:pt x="0" y="136499"/>
                </a:moveTo>
                <a:lnTo>
                  <a:pt x="7007" y="93549"/>
                </a:lnTo>
                <a:lnTo>
                  <a:pt x="26481" y="56102"/>
                </a:lnTo>
                <a:lnTo>
                  <a:pt x="56102" y="26481"/>
                </a:lnTo>
                <a:lnTo>
                  <a:pt x="93549" y="7007"/>
                </a:lnTo>
                <a:lnTo>
                  <a:pt x="136499" y="0"/>
                </a:lnTo>
                <a:lnTo>
                  <a:pt x="179450" y="7007"/>
                </a:lnTo>
                <a:lnTo>
                  <a:pt x="216896" y="26481"/>
                </a:lnTo>
                <a:lnTo>
                  <a:pt x="246517" y="56102"/>
                </a:lnTo>
                <a:lnTo>
                  <a:pt x="265992" y="93549"/>
                </a:lnTo>
                <a:lnTo>
                  <a:pt x="272999" y="136499"/>
                </a:lnTo>
                <a:lnTo>
                  <a:pt x="265992" y="179450"/>
                </a:lnTo>
                <a:lnTo>
                  <a:pt x="246517" y="216896"/>
                </a:lnTo>
                <a:lnTo>
                  <a:pt x="216896" y="246517"/>
                </a:lnTo>
                <a:lnTo>
                  <a:pt x="179450" y="265992"/>
                </a:lnTo>
                <a:lnTo>
                  <a:pt x="136499" y="272999"/>
                </a:lnTo>
                <a:lnTo>
                  <a:pt x="93549" y="265992"/>
                </a:lnTo>
                <a:lnTo>
                  <a:pt x="56102" y="246517"/>
                </a:lnTo>
                <a:lnTo>
                  <a:pt x="26481" y="216896"/>
                </a:lnTo>
                <a:lnTo>
                  <a:pt x="7007" y="179450"/>
                </a:lnTo>
                <a:lnTo>
                  <a:pt x="0" y="136499"/>
                </a:lnTo>
                <a:close/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0296" y="555120"/>
            <a:ext cx="157462" cy="14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38628" cy="68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9844" y="0"/>
            <a:ext cx="2144155" cy="53702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sng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307044" y="354101"/>
            <a:ext cx="8587105" cy="4577080"/>
          </a:xfrm>
          <a:custGeom>
            <a:avLst/>
            <a:gdLst/>
            <a:ahLst/>
            <a:cxnLst/>
            <a:rect l="l" t="t" r="r" b="b"/>
            <a:pathLst>
              <a:path w="8587105" h="4577080" extrusionOk="0">
                <a:moveTo>
                  <a:pt x="8209429" y="0"/>
                </a:moveTo>
                <a:lnTo>
                  <a:pt x="377569" y="0"/>
                </a:lnTo>
                <a:lnTo>
                  <a:pt x="330482" y="2964"/>
                </a:lnTo>
                <a:lnTo>
                  <a:pt x="285063" y="11615"/>
                </a:lnTo>
                <a:lnTo>
                  <a:pt x="241677" y="25586"/>
                </a:lnTo>
                <a:lnTo>
                  <a:pt x="200690" y="44512"/>
                </a:lnTo>
                <a:lnTo>
                  <a:pt x="162466" y="68029"/>
                </a:lnTo>
                <a:lnTo>
                  <a:pt x="127371" y="95770"/>
                </a:lnTo>
                <a:lnTo>
                  <a:pt x="95770" y="127371"/>
                </a:lnTo>
                <a:lnTo>
                  <a:pt x="68029" y="162466"/>
                </a:lnTo>
                <a:lnTo>
                  <a:pt x="44512" y="200690"/>
                </a:lnTo>
                <a:lnTo>
                  <a:pt x="25586" y="241677"/>
                </a:lnTo>
                <a:lnTo>
                  <a:pt x="11615" y="285063"/>
                </a:lnTo>
                <a:lnTo>
                  <a:pt x="2964" y="330482"/>
                </a:lnTo>
                <a:lnTo>
                  <a:pt x="0" y="377569"/>
                </a:lnTo>
                <a:lnTo>
                  <a:pt x="0" y="4199030"/>
                </a:lnTo>
                <a:lnTo>
                  <a:pt x="2964" y="4246117"/>
                </a:lnTo>
                <a:lnTo>
                  <a:pt x="11615" y="4291536"/>
                </a:lnTo>
                <a:lnTo>
                  <a:pt x="25586" y="4334921"/>
                </a:lnTo>
                <a:lnTo>
                  <a:pt x="44512" y="4375909"/>
                </a:lnTo>
                <a:lnTo>
                  <a:pt x="68029" y="4414133"/>
                </a:lnTo>
                <a:lnTo>
                  <a:pt x="95770" y="4449228"/>
                </a:lnTo>
                <a:lnTo>
                  <a:pt x="127371" y="4480828"/>
                </a:lnTo>
                <a:lnTo>
                  <a:pt x="162466" y="4508570"/>
                </a:lnTo>
                <a:lnTo>
                  <a:pt x="200690" y="4532086"/>
                </a:lnTo>
                <a:lnTo>
                  <a:pt x="241677" y="4551013"/>
                </a:lnTo>
                <a:lnTo>
                  <a:pt x="285063" y="4564984"/>
                </a:lnTo>
                <a:lnTo>
                  <a:pt x="330482" y="4573634"/>
                </a:lnTo>
                <a:lnTo>
                  <a:pt x="377569" y="4576599"/>
                </a:lnTo>
                <a:lnTo>
                  <a:pt x="8209429" y="4576599"/>
                </a:lnTo>
                <a:lnTo>
                  <a:pt x="8256516" y="4573634"/>
                </a:lnTo>
                <a:lnTo>
                  <a:pt x="8301935" y="4564984"/>
                </a:lnTo>
                <a:lnTo>
                  <a:pt x="8345321" y="4551013"/>
                </a:lnTo>
                <a:lnTo>
                  <a:pt x="8386309" y="4532086"/>
                </a:lnTo>
                <a:lnTo>
                  <a:pt x="8424533" y="4508570"/>
                </a:lnTo>
                <a:lnTo>
                  <a:pt x="8459628" y="4480828"/>
                </a:lnTo>
                <a:lnTo>
                  <a:pt x="8491229" y="4449228"/>
                </a:lnTo>
                <a:lnTo>
                  <a:pt x="8518970" y="4414133"/>
                </a:lnTo>
                <a:lnTo>
                  <a:pt x="8542486" y="4375909"/>
                </a:lnTo>
                <a:lnTo>
                  <a:pt x="8561413" y="4334921"/>
                </a:lnTo>
                <a:lnTo>
                  <a:pt x="8575384" y="4291536"/>
                </a:lnTo>
                <a:lnTo>
                  <a:pt x="8584034" y="4246117"/>
                </a:lnTo>
                <a:lnTo>
                  <a:pt x="8586999" y="4199030"/>
                </a:lnTo>
                <a:lnTo>
                  <a:pt x="8586999" y="377569"/>
                </a:lnTo>
                <a:lnTo>
                  <a:pt x="8584034" y="330482"/>
                </a:lnTo>
                <a:lnTo>
                  <a:pt x="8575384" y="285063"/>
                </a:lnTo>
                <a:lnTo>
                  <a:pt x="8561413" y="241677"/>
                </a:lnTo>
                <a:lnTo>
                  <a:pt x="8542486" y="200690"/>
                </a:lnTo>
                <a:lnTo>
                  <a:pt x="8518970" y="162466"/>
                </a:lnTo>
                <a:lnTo>
                  <a:pt x="8491229" y="127371"/>
                </a:lnTo>
                <a:lnTo>
                  <a:pt x="8459628" y="95770"/>
                </a:lnTo>
                <a:lnTo>
                  <a:pt x="8424533" y="68029"/>
                </a:lnTo>
                <a:lnTo>
                  <a:pt x="8386309" y="44512"/>
                </a:lnTo>
                <a:lnTo>
                  <a:pt x="8345321" y="25586"/>
                </a:lnTo>
                <a:lnTo>
                  <a:pt x="8301935" y="11615"/>
                </a:lnTo>
                <a:lnTo>
                  <a:pt x="8256516" y="2964"/>
                </a:lnTo>
                <a:lnTo>
                  <a:pt x="8209429" y="0"/>
                </a:lnTo>
                <a:close/>
              </a:path>
            </a:pathLst>
          </a:custGeom>
          <a:solidFill>
            <a:srgbClr val="000000">
              <a:alpha val="901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284849" y="289799"/>
            <a:ext cx="8574405" cy="4564380"/>
          </a:xfrm>
          <a:custGeom>
            <a:avLst/>
            <a:gdLst/>
            <a:ahLst/>
            <a:cxnLst/>
            <a:rect l="l" t="t" r="r" b="b"/>
            <a:pathLst>
              <a:path w="8574405" h="4564380" extrusionOk="0">
                <a:moveTo>
                  <a:pt x="8197777" y="0"/>
                </a:moveTo>
                <a:lnTo>
                  <a:pt x="376521" y="0"/>
                </a:lnTo>
                <a:lnTo>
                  <a:pt x="329565" y="2956"/>
                </a:lnTo>
                <a:lnTo>
                  <a:pt x="284272" y="11583"/>
                </a:lnTo>
                <a:lnTo>
                  <a:pt x="241007" y="25515"/>
                </a:lnTo>
                <a:lnTo>
                  <a:pt x="200133" y="44389"/>
                </a:lnTo>
                <a:lnTo>
                  <a:pt x="162015" y="67840"/>
                </a:lnTo>
                <a:lnTo>
                  <a:pt x="127018" y="95504"/>
                </a:lnTo>
                <a:lnTo>
                  <a:pt x="95504" y="127018"/>
                </a:lnTo>
                <a:lnTo>
                  <a:pt x="67840" y="162015"/>
                </a:lnTo>
                <a:lnTo>
                  <a:pt x="44389" y="200133"/>
                </a:lnTo>
                <a:lnTo>
                  <a:pt x="25515" y="241007"/>
                </a:lnTo>
                <a:lnTo>
                  <a:pt x="11583" y="284272"/>
                </a:lnTo>
                <a:lnTo>
                  <a:pt x="2956" y="329565"/>
                </a:lnTo>
                <a:lnTo>
                  <a:pt x="0" y="376521"/>
                </a:lnTo>
                <a:lnTo>
                  <a:pt x="0" y="4187378"/>
                </a:lnTo>
                <a:lnTo>
                  <a:pt x="2956" y="4234334"/>
                </a:lnTo>
                <a:lnTo>
                  <a:pt x="11583" y="4279627"/>
                </a:lnTo>
                <a:lnTo>
                  <a:pt x="25515" y="4322892"/>
                </a:lnTo>
                <a:lnTo>
                  <a:pt x="44389" y="4363766"/>
                </a:lnTo>
                <a:lnTo>
                  <a:pt x="67840" y="4401884"/>
                </a:lnTo>
                <a:lnTo>
                  <a:pt x="95504" y="4436881"/>
                </a:lnTo>
                <a:lnTo>
                  <a:pt x="127018" y="4468394"/>
                </a:lnTo>
                <a:lnTo>
                  <a:pt x="162015" y="4496059"/>
                </a:lnTo>
                <a:lnTo>
                  <a:pt x="200133" y="4519510"/>
                </a:lnTo>
                <a:lnTo>
                  <a:pt x="241007" y="4538384"/>
                </a:lnTo>
                <a:lnTo>
                  <a:pt x="284272" y="4552316"/>
                </a:lnTo>
                <a:lnTo>
                  <a:pt x="329565" y="4560943"/>
                </a:lnTo>
                <a:lnTo>
                  <a:pt x="376521" y="4563899"/>
                </a:lnTo>
                <a:lnTo>
                  <a:pt x="8197777" y="4563899"/>
                </a:lnTo>
                <a:lnTo>
                  <a:pt x="8244733" y="4560943"/>
                </a:lnTo>
                <a:lnTo>
                  <a:pt x="8290026" y="4552316"/>
                </a:lnTo>
                <a:lnTo>
                  <a:pt x="8333292" y="4538384"/>
                </a:lnTo>
                <a:lnTo>
                  <a:pt x="8374166" y="4519510"/>
                </a:lnTo>
                <a:lnTo>
                  <a:pt x="8412283" y="4496059"/>
                </a:lnTo>
                <a:lnTo>
                  <a:pt x="8447281" y="4468394"/>
                </a:lnTo>
                <a:lnTo>
                  <a:pt x="8478794" y="4436881"/>
                </a:lnTo>
                <a:lnTo>
                  <a:pt x="8506458" y="4401884"/>
                </a:lnTo>
                <a:lnTo>
                  <a:pt x="8529910" y="4363766"/>
                </a:lnTo>
                <a:lnTo>
                  <a:pt x="8548784" y="4322892"/>
                </a:lnTo>
                <a:lnTo>
                  <a:pt x="8562716" y="4279627"/>
                </a:lnTo>
                <a:lnTo>
                  <a:pt x="8571343" y="4234334"/>
                </a:lnTo>
                <a:lnTo>
                  <a:pt x="8574299" y="4187378"/>
                </a:lnTo>
                <a:lnTo>
                  <a:pt x="8574299" y="376521"/>
                </a:lnTo>
                <a:lnTo>
                  <a:pt x="8571343" y="329565"/>
                </a:lnTo>
                <a:lnTo>
                  <a:pt x="8562716" y="284272"/>
                </a:lnTo>
                <a:lnTo>
                  <a:pt x="8548784" y="241007"/>
                </a:lnTo>
                <a:lnTo>
                  <a:pt x="8529910" y="200133"/>
                </a:lnTo>
                <a:lnTo>
                  <a:pt x="8506458" y="162015"/>
                </a:lnTo>
                <a:lnTo>
                  <a:pt x="8478794" y="127018"/>
                </a:lnTo>
                <a:lnTo>
                  <a:pt x="8447281" y="95504"/>
                </a:lnTo>
                <a:lnTo>
                  <a:pt x="8412283" y="67840"/>
                </a:lnTo>
                <a:lnTo>
                  <a:pt x="8374166" y="44389"/>
                </a:lnTo>
                <a:lnTo>
                  <a:pt x="8333292" y="25515"/>
                </a:lnTo>
                <a:lnTo>
                  <a:pt x="8290026" y="11583"/>
                </a:lnTo>
                <a:lnTo>
                  <a:pt x="8244733" y="2956"/>
                </a:lnTo>
                <a:lnTo>
                  <a:pt x="81977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sng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776954" y="1173403"/>
            <a:ext cx="7719059" cy="343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19191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sng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7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80" name="Google Shape;80;p7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" name="Google Shape;81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7"/>
          <p:cNvSpPr/>
          <p:nvPr/>
        </p:nvSpPr>
        <p:spPr>
          <a:xfrm>
            <a:off x="0" y="2752038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120000" extrusionOk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2940343" y="2825929"/>
            <a:ext cx="2945130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12115" marR="40449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JAVA + DS + DBMS CONSOLE BASED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E-COMMERCE PLATFORM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728345" y="1352550"/>
            <a:ext cx="8339455" cy="87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3185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u="none"/>
              <a:t>E-COMMERCE</a:t>
            </a:r>
            <a:endParaRPr/>
          </a:p>
          <a:p>
            <a:pPr marL="12700" lvl="0" indent="0" algn="l" rtl="0">
              <a:lnSpc>
                <a:spcPct val="10281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u="none">
                <a:solidFill>
                  <a:srgbClr val="000000"/>
                </a:solidFill>
              </a:rPr>
              <a:t> </a:t>
            </a:r>
            <a:r>
              <a:rPr lang="en-US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LOGOKIAPNIDUKAN</a:t>
            </a:r>
            <a:endParaRPr/>
          </a:p>
        </p:txBody>
      </p:sp>
      <p:pic>
        <p:nvPicPr>
          <p:cNvPr id="85" name="Google Shape;8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 txBox="1"/>
          <p:nvPr/>
        </p:nvSpPr>
        <p:spPr>
          <a:xfrm>
            <a:off x="2287800" y="2378534"/>
            <a:ext cx="457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9937" b="-82811"/>
            </a:stretch>
          </a:blipFill>
          <a:ln>
            <a:noFill/>
          </a:ln>
        </p:spPr>
      </p:sp>
      <p:pic>
        <p:nvPicPr>
          <p:cNvPr id="88" name="Google Shape;88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1013015"/>
            <a:ext cx="1915886" cy="15501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/>
          <p:nvPr/>
        </p:nvSpPr>
        <p:spPr>
          <a:xfrm>
            <a:off x="0" y="371475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120000" extrusionOk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 rot="-3932274">
            <a:off x="6588980" y="3212298"/>
            <a:ext cx="3207725" cy="770890"/>
          </a:xfrm>
          <a:custGeom>
            <a:avLst/>
            <a:gdLst/>
            <a:ahLst/>
            <a:cxnLst/>
            <a:rect l="l" t="t" r="r" b="b"/>
            <a:pathLst>
              <a:path w="3144520" h="770889" extrusionOk="0">
                <a:moveTo>
                  <a:pt x="0" y="770653"/>
                </a:moveTo>
                <a:lnTo>
                  <a:pt x="13611" y="714931"/>
                </a:lnTo>
                <a:lnTo>
                  <a:pt x="38129" y="646000"/>
                </a:lnTo>
                <a:lnTo>
                  <a:pt x="69965" y="579857"/>
                </a:lnTo>
                <a:lnTo>
                  <a:pt x="108817" y="516627"/>
                </a:lnTo>
                <a:lnTo>
                  <a:pt x="154385" y="456430"/>
                </a:lnTo>
                <a:lnTo>
                  <a:pt x="179593" y="427507"/>
                </a:lnTo>
                <a:lnTo>
                  <a:pt x="206366" y="399389"/>
                </a:lnTo>
                <a:lnTo>
                  <a:pt x="234668" y="372090"/>
                </a:lnTo>
                <a:lnTo>
                  <a:pt x="264460" y="345626"/>
                </a:lnTo>
                <a:lnTo>
                  <a:pt x="295704" y="320012"/>
                </a:lnTo>
                <a:lnTo>
                  <a:pt x="328364" y="295263"/>
                </a:lnTo>
                <a:lnTo>
                  <a:pt x="362401" y="271395"/>
                </a:lnTo>
                <a:lnTo>
                  <a:pt x="397778" y="248423"/>
                </a:lnTo>
                <a:lnTo>
                  <a:pt x="434457" y="226362"/>
                </a:lnTo>
                <a:lnTo>
                  <a:pt x="472401" y="205227"/>
                </a:lnTo>
                <a:lnTo>
                  <a:pt x="511571" y="185034"/>
                </a:lnTo>
                <a:lnTo>
                  <a:pt x="551929" y="165798"/>
                </a:lnTo>
                <a:lnTo>
                  <a:pt x="593440" y="147535"/>
                </a:lnTo>
                <a:lnTo>
                  <a:pt x="636064" y="130258"/>
                </a:lnTo>
                <a:lnTo>
                  <a:pt x="679763" y="113985"/>
                </a:lnTo>
                <a:lnTo>
                  <a:pt x="724502" y="98729"/>
                </a:lnTo>
                <a:lnTo>
                  <a:pt x="770240" y="84507"/>
                </a:lnTo>
                <a:lnTo>
                  <a:pt x="816942" y="71334"/>
                </a:lnTo>
                <a:lnTo>
                  <a:pt x="864569" y="59224"/>
                </a:lnTo>
                <a:lnTo>
                  <a:pt x="913083" y="48194"/>
                </a:lnTo>
                <a:lnTo>
                  <a:pt x="962448" y="38257"/>
                </a:lnTo>
                <a:lnTo>
                  <a:pt x="1012624" y="29431"/>
                </a:lnTo>
                <a:lnTo>
                  <a:pt x="1063575" y="21730"/>
                </a:lnTo>
                <a:lnTo>
                  <a:pt x="1115263" y="15168"/>
                </a:lnTo>
                <a:lnTo>
                  <a:pt x="1167651" y="9762"/>
                </a:lnTo>
                <a:lnTo>
                  <a:pt x="1220699" y="5527"/>
                </a:lnTo>
                <a:lnTo>
                  <a:pt x="1274372" y="2478"/>
                </a:lnTo>
                <a:lnTo>
                  <a:pt x="1328631" y="631"/>
                </a:lnTo>
                <a:lnTo>
                  <a:pt x="1383438" y="0"/>
                </a:lnTo>
                <a:lnTo>
                  <a:pt x="1438756" y="600"/>
                </a:lnTo>
                <a:lnTo>
                  <a:pt x="1494547" y="2448"/>
                </a:lnTo>
                <a:lnTo>
                  <a:pt x="1550773" y="5558"/>
                </a:lnTo>
                <a:lnTo>
                  <a:pt x="1607398" y="9946"/>
                </a:lnTo>
                <a:lnTo>
                  <a:pt x="1664382" y="15627"/>
                </a:lnTo>
                <a:lnTo>
                  <a:pt x="1721689" y="22616"/>
                </a:lnTo>
                <a:lnTo>
                  <a:pt x="1779281" y="30928"/>
                </a:lnTo>
                <a:lnTo>
                  <a:pt x="1837119" y="40580"/>
                </a:lnTo>
                <a:lnTo>
                  <a:pt x="1894732" y="51500"/>
                </a:lnTo>
                <a:lnTo>
                  <a:pt x="1951650" y="63591"/>
                </a:lnTo>
                <a:lnTo>
                  <a:pt x="2007844" y="76826"/>
                </a:lnTo>
                <a:lnTo>
                  <a:pt x="2063283" y="91177"/>
                </a:lnTo>
                <a:lnTo>
                  <a:pt x="2117938" y="106618"/>
                </a:lnTo>
                <a:lnTo>
                  <a:pt x="2171778" y="123120"/>
                </a:lnTo>
                <a:lnTo>
                  <a:pt x="2224774" y="140656"/>
                </a:lnTo>
                <a:lnTo>
                  <a:pt x="2276895" y="159199"/>
                </a:lnTo>
                <a:lnTo>
                  <a:pt x="2328111" y="178722"/>
                </a:lnTo>
                <a:lnTo>
                  <a:pt x="2378392" y="199197"/>
                </a:lnTo>
                <a:lnTo>
                  <a:pt x="2427708" y="220597"/>
                </a:lnTo>
                <a:lnTo>
                  <a:pt x="2476029" y="242894"/>
                </a:lnTo>
                <a:lnTo>
                  <a:pt x="2523325" y="266062"/>
                </a:lnTo>
                <a:lnTo>
                  <a:pt x="2569566" y="290072"/>
                </a:lnTo>
                <a:lnTo>
                  <a:pt x="2614721" y="314898"/>
                </a:lnTo>
                <a:lnTo>
                  <a:pt x="2658761" y="340513"/>
                </a:lnTo>
                <a:lnTo>
                  <a:pt x="2701655" y="366888"/>
                </a:lnTo>
                <a:lnTo>
                  <a:pt x="2743374" y="393996"/>
                </a:lnTo>
                <a:lnTo>
                  <a:pt x="2783887" y="421811"/>
                </a:lnTo>
                <a:lnTo>
                  <a:pt x="2823164" y="450305"/>
                </a:lnTo>
                <a:lnTo>
                  <a:pt x="2861176" y="479450"/>
                </a:lnTo>
                <a:lnTo>
                  <a:pt x="2897891" y="509219"/>
                </a:lnTo>
                <a:lnTo>
                  <a:pt x="2933281" y="539585"/>
                </a:lnTo>
                <a:lnTo>
                  <a:pt x="2967314" y="570520"/>
                </a:lnTo>
                <a:lnTo>
                  <a:pt x="2999961" y="601998"/>
                </a:lnTo>
                <a:lnTo>
                  <a:pt x="3031192" y="633990"/>
                </a:lnTo>
                <a:lnTo>
                  <a:pt x="3060977" y="666469"/>
                </a:lnTo>
                <a:lnTo>
                  <a:pt x="3089285" y="699409"/>
                </a:lnTo>
                <a:lnTo>
                  <a:pt x="3116087" y="732781"/>
                </a:lnTo>
                <a:lnTo>
                  <a:pt x="3141352" y="766559"/>
                </a:lnTo>
                <a:lnTo>
                  <a:pt x="3144193" y="770653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 rot="3959448">
            <a:off x="-608440" y="3329304"/>
            <a:ext cx="3207725" cy="770890"/>
          </a:xfrm>
          <a:custGeom>
            <a:avLst/>
            <a:gdLst/>
            <a:ahLst/>
            <a:cxnLst/>
            <a:rect l="l" t="t" r="r" b="b"/>
            <a:pathLst>
              <a:path w="3144520" h="770889" extrusionOk="0">
                <a:moveTo>
                  <a:pt x="0" y="770653"/>
                </a:moveTo>
                <a:lnTo>
                  <a:pt x="13611" y="714931"/>
                </a:lnTo>
                <a:lnTo>
                  <a:pt x="38129" y="646000"/>
                </a:lnTo>
                <a:lnTo>
                  <a:pt x="69965" y="579857"/>
                </a:lnTo>
                <a:lnTo>
                  <a:pt x="108817" y="516627"/>
                </a:lnTo>
                <a:lnTo>
                  <a:pt x="154385" y="456430"/>
                </a:lnTo>
                <a:lnTo>
                  <a:pt x="179593" y="427507"/>
                </a:lnTo>
                <a:lnTo>
                  <a:pt x="206366" y="399389"/>
                </a:lnTo>
                <a:lnTo>
                  <a:pt x="234668" y="372090"/>
                </a:lnTo>
                <a:lnTo>
                  <a:pt x="264460" y="345626"/>
                </a:lnTo>
                <a:lnTo>
                  <a:pt x="295704" y="320012"/>
                </a:lnTo>
                <a:lnTo>
                  <a:pt x="328364" y="295263"/>
                </a:lnTo>
                <a:lnTo>
                  <a:pt x="362401" y="271395"/>
                </a:lnTo>
                <a:lnTo>
                  <a:pt x="397778" y="248423"/>
                </a:lnTo>
                <a:lnTo>
                  <a:pt x="434457" y="226362"/>
                </a:lnTo>
                <a:lnTo>
                  <a:pt x="472401" y="205227"/>
                </a:lnTo>
                <a:lnTo>
                  <a:pt x="511571" y="185034"/>
                </a:lnTo>
                <a:lnTo>
                  <a:pt x="551929" y="165798"/>
                </a:lnTo>
                <a:lnTo>
                  <a:pt x="593440" y="147535"/>
                </a:lnTo>
                <a:lnTo>
                  <a:pt x="636064" y="130258"/>
                </a:lnTo>
                <a:lnTo>
                  <a:pt x="679763" y="113985"/>
                </a:lnTo>
                <a:lnTo>
                  <a:pt x="724502" y="98729"/>
                </a:lnTo>
                <a:lnTo>
                  <a:pt x="770240" y="84507"/>
                </a:lnTo>
                <a:lnTo>
                  <a:pt x="816942" y="71334"/>
                </a:lnTo>
                <a:lnTo>
                  <a:pt x="864569" y="59224"/>
                </a:lnTo>
                <a:lnTo>
                  <a:pt x="913083" y="48194"/>
                </a:lnTo>
                <a:lnTo>
                  <a:pt x="962448" y="38257"/>
                </a:lnTo>
                <a:lnTo>
                  <a:pt x="1012624" y="29431"/>
                </a:lnTo>
                <a:lnTo>
                  <a:pt x="1063575" y="21730"/>
                </a:lnTo>
                <a:lnTo>
                  <a:pt x="1115263" y="15168"/>
                </a:lnTo>
                <a:lnTo>
                  <a:pt x="1167651" y="9762"/>
                </a:lnTo>
                <a:lnTo>
                  <a:pt x="1220699" y="5527"/>
                </a:lnTo>
                <a:lnTo>
                  <a:pt x="1274372" y="2478"/>
                </a:lnTo>
                <a:lnTo>
                  <a:pt x="1328631" y="631"/>
                </a:lnTo>
                <a:lnTo>
                  <a:pt x="1383438" y="0"/>
                </a:lnTo>
                <a:lnTo>
                  <a:pt x="1438756" y="600"/>
                </a:lnTo>
                <a:lnTo>
                  <a:pt x="1494547" y="2448"/>
                </a:lnTo>
                <a:lnTo>
                  <a:pt x="1550773" y="5558"/>
                </a:lnTo>
                <a:lnTo>
                  <a:pt x="1607398" y="9946"/>
                </a:lnTo>
                <a:lnTo>
                  <a:pt x="1664382" y="15627"/>
                </a:lnTo>
                <a:lnTo>
                  <a:pt x="1721689" y="22616"/>
                </a:lnTo>
                <a:lnTo>
                  <a:pt x="1779281" y="30928"/>
                </a:lnTo>
                <a:lnTo>
                  <a:pt x="1837119" y="40580"/>
                </a:lnTo>
                <a:lnTo>
                  <a:pt x="1894732" y="51500"/>
                </a:lnTo>
                <a:lnTo>
                  <a:pt x="1951650" y="63591"/>
                </a:lnTo>
                <a:lnTo>
                  <a:pt x="2007844" y="76826"/>
                </a:lnTo>
                <a:lnTo>
                  <a:pt x="2063283" y="91177"/>
                </a:lnTo>
                <a:lnTo>
                  <a:pt x="2117938" y="106618"/>
                </a:lnTo>
                <a:lnTo>
                  <a:pt x="2171778" y="123120"/>
                </a:lnTo>
                <a:lnTo>
                  <a:pt x="2224774" y="140656"/>
                </a:lnTo>
                <a:lnTo>
                  <a:pt x="2276895" y="159199"/>
                </a:lnTo>
                <a:lnTo>
                  <a:pt x="2328111" y="178722"/>
                </a:lnTo>
                <a:lnTo>
                  <a:pt x="2378392" y="199197"/>
                </a:lnTo>
                <a:lnTo>
                  <a:pt x="2427708" y="220597"/>
                </a:lnTo>
                <a:lnTo>
                  <a:pt x="2476029" y="242894"/>
                </a:lnTo>
                <a:lnTo>
                  <a:pt x="2523325" y="266062"/>
                </a:lnTo>
                <a:lnTo>
                  <a:pt x="2569566" y="290072"/>
                </a:lnTo>
                <a:lnTo>
                  <a:pt x="2614721" y="314898"/>
                </a:lnTo>
                <a:lnTo>
                  <a:pt x="2658761" y="340513"/>
                </a:lnTo>
                <a:lnTo>
                  <a:pt x="2701655" y="366888"/>
                </a:lnTo>
                <a:lnTo>
                  <a:pt x="2743374" y="393996"/>
                </a:lnTo>
                <a:lnTo>
                  <a:pt x="2783887" y="421811"/>
                </a:lnTo>
                <a:lnTo>
                  <a:pt x="2823164" y="450305"/>
                </a:lnTo>
                <a:lnTo>
                  <a:pt x="2861176" y="479450"/>
                </a:lnTo>
                <a:lnTo>
                  <a:pt x="2897891" y="509219"/>
                </a:lnTo>
                <a:lnTo>
                  <a:pt x="2933281" y="539585"/>
                </a:lnTo>
                <a:lnTo>
                  <a:pt x="2967314" y="570520"/>
                </a:lnTo>
                <a:lnTo>
                  <a:pt x="2999961" y="601998"/>
                </a:lnTo>
                <a:lnTo>
                  <a:pt x="3031192" y="633990"/>
                </a:lnTo>
                <a:lnTo>
                  <a:pt x="3060977" y="666469"/>
                </a:lnTo>
                <a:lnTo>
                  <a:pt x="3089285" y="699409"/>
                </a:lnTo>
                <a:lnTo>
                  <a:pt x="3116087" y="732781"/>
                </a:lnTo>
                <a:lnTo>
                  <a:pt x="3141352" y="766559"/>
                </a:lnTo>
                <a:lnTo>
                  <a:pt x="3144193" y="770653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7" descr="trolley-supermarket-shopping-cart-ecommerce-trade-shopping-online-shopping-sales-objects-black-removebg-preview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83966" y="3597743"/>
            <a:ext cx="1594874" cy="132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5464923" y="4561341"/>
            <a:ext cx="2999105" cy="582295"/>
          </a:xfrm>
          <a:custGeom>
            <a:avLst/>
            <a:gdLst/>
            <a:ahLst/>
            <a:cxnLst/>
            <a:rect l="l" t="t" r="r" b="b"/>
            <a:pathLst>
              <a:path w="2999104" h="582295" extrusionOk="0">
                <a:moveTo>
                  <a:pt x="0" y="582158"/>
                </a:moveTo>
                <a:lnTo>
                  <a:pt x="31090" y="545357"/>
                </a:lnTo>
                <a:lnTo>
                  <a:pt x="58905" y="515266"/>
                </a:lnTo>
                <a:lnTo>
                  <a:pt x="88230" y="485801"/>
                </a:lnTo>
                <a:lnTo>
                  <a:pt x="119031" y="456982"/>
                </a:lnTo>
                <a:lnTo>
                  <a:pt x="151274" y="428833"/>
                </a:lnTo>
                <a:lnTo>
                  <a:pt x="184924" y="401374"/>
                </a:lnTo>
                <a:lnTo>
                  <a:pt x="219947" y="374626"/>
                </a:lnTo>
                <a:lnTo>
                  <a:pt x="256308" y="348613"/>
                </a:lnTo>
                <a:lnTo>
                  <a:pt x="293973" y="323354"/>
                </a:lnTo>
                <a:lnTo>
                  <a:pt x="332908" y="298873"/>
                </a:lnTo>
                <a:lnTo>
                  <a:pt x="373078" y="275190"/>
                </a:lnTo>
                <a:lnTo>
                  <a:pt x="414449" y="252327"/>
                </a:lnTo>
                <a:lnTo>
                  <a:pt x="456986" y="230307"/>
                </a:lnTo>
                <a:lnTo>
                  <a:pt x="500654" y="209149"/>
                </a:lnTo>
                <a:lnTo>
                  <a:pt x="545421" y="188877"/>
                </a:lnTo>
                <a:lnTo>
                  <a:pt x="591250" y="169511"/>
                </a:lnTo>
                <a:lnTo>
                  <a:pt x="638108" y="151074"/>
                </a:lnTo>
                <a:lnTo>
                  <a:pt x="685960" y="133587"/>
                </a:lnTo>
                <a:lnTo>
                  <a:pt x="734772" y="117072"/>
                </a:lnTo>
                <a:lnTo>
                  <a:pt x="784509" y="101550"/>
                </a:lnTo>
                <a:lnTo>
                  <a:pt x="835138" y="87042"/>
                </a:lnTo>
                <a:lnTo>
                  <a:pt x="886623" y="73572"/>
                </a:lnTo>
                <a:lnTo>
                  <a:pt x="938930" y="61159"/>
                </a:lnTo>
                <a:lnTo>
                  <a:pt x="992024" y="49827"/>
                </a:lnTo>
                <a:lnTo>
                  <a:pt x="1045872" y="39596"/>
                </a:lnTo>
                <a:lnTo>
                  <a:pt x="1100439" y="30488"/>
                </a:lnTo>
                <a:lnTo>
                  <a:pt x="1155691" y="22525"/>
                </a:lnTo>
                <a:lnTo>
                  <a:pt x="1211592" y="15729"/>
                </a:lnTo>
                <a:lnTo>
                  <a:pt x="1268109" y="10120"/>
                </a:lnTo>
                <a:lnTo>
                  <a:pt x="1325208" y="5721"/>
                </a:lnTo>
                <a:lnTo>
                  <a:pt x="1382853" y="2554"/>
                </a:lnTo>
                <a:lnTo>
                  <a:pt x="1441011" y="639"/>
                </a:lnTo>
                <a:lnTo>
                  <a:pt x="1499646" y="0"/>
                </a:lnTo>
                <a:lnTo>
                  <a:pt x="1558282" y="649"/>
                </a:lnTo>
                <a:lnTo>
                  <a:pt x="1616439" y="2572"/>
                </a:lnTo>
                <a:lnTo>
                  <a:pt x="1674083" y="5749"/>
                </a:lnTo>
                <a:lnTo>
                  <a:pt x="1731181" y="10157"/>
                </a:lnTo>
                <a:lnTo>
                  <a:pt x="1787697" y="15775"/>
                </a:lnTo>
                <a:lnTo>
                  <a:pt x="1843598" y="22580"/>
                </a:lnTo>
                <a:lnTo>
                  <a:pt x="1898848" y="30552"/>
                </a:lnTo>
                <a:lnTo>
                  <a:pt x="1953413" y="39669"/>
                </a:lnTo>
                <a:lnTo>
                  <a:pt x="2007260" y="49908"/>
                </a:lnTo>
                <a:lnTo>
                  <a:pt x="2060353" y="61249"/>
                </a:lnTo>
                <a:lnTo>
                  <a:pt x="2112658" y="73670"/>
                </a:lnTo>
                <a:lnTo>
                  <a:pt x="2164140" y="87149"/>
                </a:lnTo>
                <a:lnTo>
                  <a:pt x="2214766" y="101664"/>
                </a:lnTo>
                <a:lnTo>
                  <a:pt x="2264501" y="117194"/>
                </a:lnTo>
                <a:lnTo>
                  <a:pt x="2313310" y="133717"/>
                </a:lnTo>
                <a:lnTo>
                  <a:pt x="2361160" y="151212"/>
                </a:lnTo>
                <a:lnTo>
                  <a:pt x="2408015" y="169657"/>
                </a:lnTo>
                <a:lnTo>
                  <a:pt x="2453841" y="189030"/>
                </a:lnTo>
                <a:lnTo>
                  <a:pt x="2498604" y="209309"/>
                </a:lnTo>
                <a:lnTo>
                  <a:pt x="2542270" y="230473"/>
                </a:lnTo>
                <a:lnTo>
                  <a:pt x="2584803" y="252501"/>
                </a:lnTo>
                <a:lnTo>
                  <a:pt x="2626170" y="275370"/>
                </a:lnTo>
                <a:lnTo>
                  <a:pt x="2666336" y="299060"/>
                </a:lnTo>
                <a:lnTo>
                  <a:pt x="2705267" y="323547"/>
                </a:lnTo>
                <a:lnTo>
                  <a:pt x="2742928" y="348812"/>
                </a:lnTo>
                <a:lnTo>
                  <a:pt x="2779285" y="374831"/>
                </a:lnTo>
                <a:lnTo>
                  <a:pt x="2814304" y="401584"/>
                </a:lnTo>
                <a:lnTo>
                  <a:pt x="2847949" y="429049"/>
                </a:lnTo>
                <a:lnTo>
                  <a:pt x="2880188" y="457203"/>
                </a:lnTo>
                <a:lnTo>
                  <a:pt x="2910984" y="486026"/>
                </a:lnTo>
                <a:lnTo>
                  <a:pt x="2940305" y="515497"/>
                </a:lnTo>
                <a:lnTo>
                  <a:pt x="2968115" y="545592"/>
                </a:lnTo>
                <a:lnTo>
                  <a:pt x="2994380" y="576290"/>
                </a:lnTo>
                <a:lnTo>
                  <a:pt x="2999010" y="582158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8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102" name="Google Shape;102;p8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" name="Google Shape;10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8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105" name="Google Shape;105;p8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" name="Google Shape;10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8"/>
          <p:cNvGrpSpPr/>
          <p:nvPr/>
        </p:nvGrpSpPr>
        <p:grpSpPr>
          <a:xfrm>
            <a:off x="948264" y="1162761"/>
            <a:ext cx="3815715" cy="1388745"/>
            <a:chOff x="948264" y="1162761"/>
            <a:chExt cx="3815715" cy="1388745"/>
          </a:xfrm>
        </p:grpSpPr>
        <p:sp>
          <p:nvSpPr>
            <p:cNvPr id="108" name="Google Shape;108;p8"/>
            <p:cNvSpPr/>
            <p:nvPr/>
          </p:nvSpPr>
          <p:spPr>
            <a:xfrm>
              <a:off x="948264" y="1162761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3584218" y="0"/>
                  </a:moveTo>
                  <a:lnTo>
                    <a:pt x="231426" y="0"/>
                  </a:lnTo>
                  <a:lnTo>
                    <a:pt x="185032" y="4736"/>
                  </a:lnTo>
                  <a:lnTo>
                    <a:pt x="141706" y="18307"/>
                  </a:lnTo>
                  <a:lnTo>
                    <a:pt x="102410" y="39749"/>
                  </a:lnTo>
                  <a:lnTo>
                    <a:pt x="68104" y="68104"/>
                  </a:lnTo>
                  <a:lnTo>
                    <a:pt x="39749" y="102410"/>
                  </a:lnTo>
                  <a:lnTo>
                    <a:pt x="18307" y="141706"/>
                  </a:lnTo>
                  <a:lnTo>
                    <a:pt x="4736" y="185032"/>
                  </a:lnTo>
                  <a:lnTo>
                    <a:pt x="0" y="231427"/>
                  </a:lnTo>
                  <a:lnTo>
                    <a:pt x="0" y="1157105"/>
                  </a:lnTo>
                  <a:lnTo>
                    <a:pt x="4736" y="1203500"/>
                  </a:lnTo>
                  <a:lnTo>
                    <a:pt x="18307" y="1246826"/>
                  </a:lnTo>
                  <a:lnTo>
                    <a:pt x="39749" y="1286122"/>
                  </a:lnTo>
                  <a:lnTo>
                    <a:pt x="68104" y="1320428"/>
                  </a:lnTo>
                  <a:lnTo>
                    <a:pt x="102410" y="1348782"/>
                  </a:lnTo>
                  <a:lnTo>
                    <a:pt x="141706" y="1370225"/>
                  </a:lnTo>
                  <a:lnTo>
                    <a:pt x="185032" y="1383796"/>
                  </a:lnTo>
                  <a:lnTo>
                    <a:pt x="231426" y="1388532"/>
                  </a:lnTo>
                  <a:lnTo>
                    <a:pt x="3584218" y="1388532"/>
                  </a:lnTo>
                  <a:lnTo>
                    <a:pt x="3630612" y="1383796"/>
                  </a:lnTo>
                  <a:lnTo>
                    <a:pt x="3673938" y="1370225"/>
                  </a:lnTo>
                  <a:lnTo>
                    <a:pt x="3713234" y="1348782"/>
                  </a:lnTo>
                  <a:lnTo>
                    <a:pt x="3747540" y="1320428"/>
                  </a:lnTo>
                  <a:lnTo>
                    <a:pt x="3775894" y="1286122"/>
                  </a:lnTo>
                  <a:lnTo>
                    <a:pt x="3797337" y="1246826"/>
                  </a:lnTo>
                  <a:lnTo>
                    <a:pt x="3810907" y="1203500"/>
                  </a:lnTo>
                  <a:lnTo>
                    <a:pt x="3815644" y="1157105"/>
                  </a:lnTo>
                  <a:lnTo>
                    <a:pt x="3815644" y="231427"/>
                  </a:lnTo>
                  <a:lnTo>
                    <a:pt x="3810907" y="185032"/>
                  </a:lnTo>
                  <a:lnTo>
                    <a:pt x="3797337" y="141706"/>
                  </a:lnTo>
                  <a:lnTo>
                    <a:pt x="3775894" y="102410"/>
                  </a:lnTo>
                  <a:lnTo>
                    <a:pt x="3747540" y="68104"/>
                  </a:lnTo>
                  <a:lnTo>
                    <a:pt x="3713234" y="39749"/>
                  </a:lnTo>
                  <a:lnTo>
                    <a:pt x="3673938" y="18307"/>
                  </a:lnTo>
                  <a:lnTo>
                    <a:pt x="3630612" y="4736"/>
                  </a:lnTo>
                  <a:lnTo>
                    <a:pt x="3584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948264" y="1162761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0" y="231427"/>
                  </a:moveTo>
                  <a:lnTo>
                    <a:pt x="4736" y="185032"/>
                  </a:lnTo>
                  <a:lnTo>
                    <a:pt x="18307" y="141706"/>
                  </a:lnTo>
                  <a:lnTo>
                    <a:pt x="39749" y="102410"/>
                  </a:lnTo>
                  <a:lnTo>
                    <a:pt x="68104" y="68104"/>
                  </a:lnTo>
                  <a:lnTo>
                    <a:pt x="102410" y="39749"/>
                  </a:lnTo>
                  <a:lnTo>
                    <a:pt x="141706" y="18307"/>
                  </a:lnTo>
                  <a:lnTo>
                    <a:pt x="185032" y="4736"/>
                  </a:lnTo>
                  <a:lnTo>
                    <a:pt x="231426" y="0"/>
                  </a:lnTo>
                  <a:lnTo>
                    <a:pt x="3584218" y="0"/>
                  </a:lnTo>
                  <a:lnTo>
                    <a:pt x="3630612" y="4736"/>
                  </a:lnTo>
                  <a:lnTo>
                    <a:pt x="3673938" y="18307"/>
                  </a:lnTo>
                  <a:lnTo>
                    <a:pt x="3713234" y="39749"/>
                  </a:lnTo>
                  <a:lnTo>
                    <a:pt x="3747540" y="68104"/>
                  </a:lnTo>
                  <a:lnTo>
                    <a:pt x="3775894" y="102410"/>
                  </a:lnTo>
                  <a:lnTo>
                    <a:pt x="3797337" y="141706"/>
                  </a:lnTo>
                  <a:lnTo>
                    <a:pt x="3810907" y="185032"/>
                  </a:lnTo>
                  <a:lnTo>
                    <a:pt x="3815644" y="231427"/>
                  </a:lnTo>
                  <a:lnTo>
                    <a:pt x="3815644" y="1157105"/>
                  </a:lnTo>
                  <a:lnTo>
                    <a:pt x="3810907" y="1203500"/>
                  </a:lnTo>
                  <a:lnTo>
                    <a:pt x="3797337" y="1246826"/>
                  </a:lnTo>
                  <a:lnTo>
                    <a:pt x="3775894" y="1286122"/>
                  </a:lnTo>
                  <a:lnTo>
                    <a:pt x="3747540" y="1320428"/>
                  </a:lnTo>
                  <a:lnTo>
                    <a:pt x="3713234" y="1348782"/>
                  </a:lnTo>
                  <a:lnTo>
                    <a:pt x="3673938" y="1370225"/>
                  </a:lnTo>
                  <a:lnTo>
                    <a:pt x="3630612" y="1383796"/>
                  </a:lnTo>
                  <a:lnTo>
                    <a:pt x="3584218" y="1388532"/>
                  </a:lnTo>
                  <a:lnTo>
                    <a:pt x="231426" y="1388532"/>
                  </a:lnTo>
                  <a:lnTo>
                    <a:pt x="185032" y="1383796"/>
                  </a:lnTo>
                  <a:lnTo>
                    <a:pt x="141706" y="1370225"/>
                  </a:lnTo>
                  <a:lnTo>
                    <a:pt x="102410" y="1348782"/>
                  </a:lnTo>
                  <a:lnTo>
                    <a:pt x="68104" y="1320428"/>
                  </a:lnTo>
                  <a:lnTo>
                    <a:pt x="39749" y="1286122"/>
                  </a:lnTo>
                  <a:lnTo>
                    <a:pt x="18307" y="1246826"/>
                  </a:lnTo>
                  <a:lnTo>
                    <a:pt x="4736" y="1203500"/>
                  </a:lnTo>
                  <a:lnTo>
                    <a:pt x="0" y="1157105"/>
                  </a:lnTo>
                  <a:lnTo>
                    <a:pt x="0" y="231427"/>
                  </a:lnTo>
                  <a:close/>
                </a:path>
              </a:pathLst>
            </a:custGeom>
            <a:noFill/>
            <a:ln w="25375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8"/>
          <p:cNvSpPr txBox="1"/>
          <p:nvPr/>
        </p:nvSpPr>
        <p:spPr>
          <a:xfrm>
            <a:off x="1101794" y="1320001"/>
            <a:ext cx="58801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Roll No.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2227165" y="1320001"/>
            <a:ext cx="2186305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22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RIYA PANKAJBHAI SAVALIYA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212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1101794" y="1751801"/>
            <a:ext cx="253746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Enrollment No. : 24002171210169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1101794" y="1967066"/>
            <a:ext cx="53086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Batch Branch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2226130" y="1967066"/>
            <a:ext cx="416559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4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A-7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CSE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8"/>
          <p:cNvGrpSpPr/>
          <p:nvPr/>
        </p:nvGrpSpPr>
        <p:grpSpPr>
          <a:xfrm>
            <a:off x="4284133" y="1868309"/>
            <a:ext cx="3815715" cy="1388745"/>
            <a:chOff x="4284133" y="1868309"/>
            <a:chExt cx="3815715" cy="1388745"/>
          </a:xfrm>
        </p:grpSpPr>
        <p:sp>
          <p:nvSpPr>
            <p:cNvPr id="116" name="Google Shape;116;p8"/>
            <p:cNvSpPr/>
            <p:nvPr/>
          </p:nvSpPr>
          <p:spPr>
            <a:xfrm>
              <a:off x="4284133" y="1868309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3584218" y="0"/>
                  </a:moveTo>
                  <a:lnTo>
                    <a:pt x="231426" y="0"/>
                  </a:lnTo>
                  <a:lnTo>
                    <a:pt x="185032" y="4736"/>
                  </a:lnTo>
                  <a:lnTo>
                    <a:pt x="141706" y="18307"/>
                  </a:lnTo>
                  <a:lnTo>
                    <a:pt x="102410" y="39749"/>
                  </a:lnTo>
                  <a:lnTo>
                    <a:pt x="68104" y="68104"/>
                  </a:lnTo>
                  <a:lnTo>
                    <a:pt x="39749" y="102410"/>
                  </a:lnTo>
                  <a:lnTo>
                    <a:pt x="18307" y="141706"/>
                  </a:lnTo>
                  <a:lnTo>
                    <a:pt x="4736" y="185032"/>
                  </a:lnTo>
                  <a:lnTo>
                    <a:pt x="0" y="231427"/>
                  </a:lnTo>
                  <a:lnTo>
                    <a:pt x="0" y="1157105"/>
                  </a:lnTo>
                  <a:lnTo>
                    <a:pt x="4736" y="1203500"/>
                  </a:lnTo>
                  <a:lnTo>
                    <a:pt x="18307" y="1246826"/>
                  </a:lnTo>
                  <a:lnTo>
                    <a:pt x="39749" y="1286122"/>
                  </a:lnTo>
                  <a:lnTo>
                    <a:pt x="68104" y="1320428"/>
                  </a:lnTo>
                  <a:lnTo>
                    <a:pt x="102410" y="1348782"/>
                  </a:lnTo>
                  <a:lnTo>
                    <a:pt x="141706" y="1370225"/>
                  </a:lnTo>
                  <a:lnTo>
                    <a:pt x="185032" y="1383796"/>
                  </a:lnTo>
                  <a:lnTo>
                    <a:pt x="231426" y="1388532"/>
                  </a:lnTo>
                  <a:lnTo>
                    <a:pt x="3584218" y="1388532"/>
                  </a:lnTo>
                  <a:lnTo>
                    <a:pt x="3630612" y="1383796"/>
                  </a:lnTo>
                  <a:lnTo>
                    <a:pt x="3673938" y="1370225"/>
                  </a:lnTo>
                  <a:lnTo>
                    <a:pt x="3713234" y="1348782"/>
                  </a:lnTo>
                  <a:lnTo>
                    <a:pt x="3747540" y="1320428"/>
                  </a:lnTo>
                  <a:lnTo>
                    <a:pt x="3775894" y="1286122"/>
                  </a:lnTo>
                  <a:lnTo>
                    <a:pt x="3797337" y="1246826"/>
                  </a:lnTo>
                  <a:lnTo>
                    <a:pt x="3810907" y="1203500"/>
                  </a:lnTo>
                  <a:lnTo>
                    <a:pt x="3815644" y="1157105"/>
                  </a:lnTo>
                  <a:lnTo>
                    <a:pt x="3815644" y="231427"/>
                  </a:lnTo>
                  <a:lnTo>
                    <a:pt x="3810907" y="185032"/>
                  </a:lnTo>
                  <a:lnTo>
                    <a:pt x="3797337" y="141706"/>
                  </a:lnTo>
                  <a:lnTo>
                    <a:pt x="3775894" y="102410"/>
                  </a:lnTo>
                  <a:lnTo>
                    <a:pt x="3747540" y="68104"/>
                  </a:lnTo>
                  <a:lnTo>
                    <a:pt x="3713234" y="39749"/>
                  </a:lnTo>
                  <a:lnTo>
                    <a:pt x="3673938" y="18307"/>
                  </a:lnTo>
                  <a:lnTo>
                    <a:pt x="3630612" y="4736"/>
                  </a:lnTo>
                  <a:lnTo>
                    <a:pt x="3584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4284133" y="1868309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0" y="231427"/>
                  </a:moveTo>
                  <a:lnTo>
                    <a:pt x="4736" y="185032"/>
                  </a:lnTo>
                  <a:lnTo>
                    <a:pt x="18307" y="141706"/>
                  </a:lnTo>
                  <a:lnTo>
                    <a:pt x="39749" y="102410"/>
                  </a:lnTo>
                  <a:lnTo>
                    <a:pt x="68104" y="68104"/>
                  </a:lnTo>
                  <a:lnTo>
                    <a:pt x="102410" y="39749"/>
                  </a:lnTo>
                  <a:lnTo>
                    <a:pt x="141706" y="18307"/>
                  </a:lnTo>
                  <a:lnTo>
                    <a:pt x="185032" y="4736"/>
                  </a:lnTo>
                  <a:lnTo>
                    <a:pt x="231426" y="0"/>
                  </a:lnTo>
                  <a:lnTo>
                    <a:pt x="3584218" y="0"/>
                  </a:lnTo>
                  <a:lnTo>
                    <a:pt x="3630612" y="4736"/>
                  </a:lnTo>
                  <a:lnTo>
                    <a:pt x="3673938" y="18307"/>
                  </a:lnTo>
                  <a:lnTo>
                    <a:pt x="3713234" y="39749"/>
                  </a:lnTo>
                  <a:lnTo>
                    <a:pt x="3747540" y="68104"/>
                  </a:lnTo>
                  <a:lnTo>
                    <a:pt x="3775894" y="102410"/>
                  </a:lnTo>
                  <a:lnTo>
                    <a:pt x="3797337" y="141706"/>
                  </a:lnTo>
                  <a:lnTo>
                    <a:pt x="3810907" y="185032"/>
                  </a:lnTo>
                  <a:lnTo>
                    <a:pt x="3815644" y="231427"/>
                  </a:lnTo>
                  <a:lnTo>
                    <a:pt x="3815644" y="1157105"/>
                  </a:lnTo>
                  <a:lnTo>
                    <a:pt x="3810907" y="1203500"/>
                  </a:lnTo>
                  <a:lnTo>
                    <a:pt x="3797337" y="1246826"/>
                  </a:lnTo>
                  <a:lnTo>
                    <a:pt x="3775894" y="1286122"/>
                  </a:lnTo>
                  <a:lnTo>
                    <a:pt x="3747540" y="1320428"/>
                  </a:lnTo>
                  <a:lnTo>
                    <a:pt x="3713234" y="1348782"/>
                  </a:lnTo>
                  <a:lnTo>
                    <a:pt x="3673938" y="1370225"/>
                  </a:lnTo>
                  <a:lnTo>
                    <a:pt x="3630612" y="1383796"/>
                  </a:lnTo>
                  <a:lnTo>
                    <a:pt x="3584218" y="1388532"/>
                  </a:lnTo>
                  <a:lnTo>
                    <a:pt x="231426" y="1388532"/>
                  </a:lnTo>
                  <a:lnTo>
                    <a:pt x="185032" y="1383796"/>
                  </a:lnTo>
                  <a:lnTo>
                    <a:pt x="141706" y="1370225"/>
                  </a:lnTo>
                  <a:lnTo>
                    <a:pt x="102410" y="1348782"/>
                  </a:lnTo>
                  <a:lnTo>
                    <a:pt x="68104" y="1320428"/>
                  </a:lnTo>
                  <a:lnTo>
                    <a:pt x="39749" y="1286122"/>
                  </a:lnTo>
                  <a:lnTo>
                    <a:pt x="18307" y="1246826"/>
                  </a:lnTo>
                  <a:lnTo>
                    <a:pt x="4736" y="1203500"/>
                  </a:lnTo>
                  <a:lnTo>
                    <a:pt x="0" y="1157105"/>
                  </a:lnTo>
                  <a:lnTo>
                    <a:pt x="0" y="231427"/>
                  </a:lnTo>
                  <a:close/>
                </a:path>
              </a:pathLst>
            </a:custGeom>
            <a:noFill/>
            <a:ln w="25375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8"/>
          <p:cNvSpPr txBox="1"/>
          <p:nvPr/>
        </p:nvSpPr>
        <p:spPr>
          <a:xfrm>
            <a:off x="4437664" y="2025548"/>
            <a:ext cx="58801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Roll No.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5563034" y="2025548"/>
            <a:ext cx="237998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22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ROMIN PARESHBHAI KEVADIYA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214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4437664" y="2457348"/>
            <a:ext cx="252095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Enrollment No. : 24002171610010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4437664" y="2672613"/>
            <a:ext cx="53086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Batch Branch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5561999" y="2672613"/>
            <a:ext cx="69469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4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A-7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MA&amp;CP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8"/>
          <p:cNvGrpSpPr/>
          <p:nvPr/>
        </p:nvGrpSpPr>
        <p:grpSpPr>
          <a:xfrm>
            <a:off x="1602217" y="3189110"/>
            <a:ext cx="3815715" cy="1388745"/>
            <a:chOff x="1602217" y="3189110"/>
            <a:chExt cx="3815715" cy="1388745"/>
          </a:xfrm>
        </p:grpSpPr>
        <p:sp>
          <p:nvSpPr>
            <p:cNvPr id="124" name="Google Shape;124;p8"/>
            <p:cNvSpPr/>
            <p:nvPr/>
          </p:nvSpPr>
          <p:spPr>
            <a:xfrm>
              <a:off x="1602217" y="3189110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3584218" y="0"/>
                  </a:moveTo>
                  <a:lnTo>
                    <a:pt x="231426" y="0"/>
                  </a:lnTo>
                  <a:lnTo>
                    <a:pt x="185032" y="4736"/>
                  </a:lnTo>
                  <a:lnTo>
                    <a:pt x="141706" y="18307"/>
                  </a:lnTo>
                  <a:lnTo>
                    <a:pt x="102410" y="39749"/>
                  </a:lnTo>
                  <a:lnTo>
                    <a:pt x="68104" y="68104"/>
                  </a:lnTo>
                  <a:lnTo>
                    <a:pt x="39749" y="102410"/>
                  </a:lnTo>
                  <a:lnTo>
                    <a:pt x="18307" y="141706"/>
                  </a:lnTo>
                  <a:lnTo>
                    <a:pt x="4736" y="185032"/>
                  </a:lnTo>
                  <a:lnTo>
                    <a:pt x="0" y="231427"/>
                  </a:lnTo>
                  <a:lnTo>
                    <a:pt x="0" y="1157105"/>
                  </a:lnTo>
                  <a:lnTo>
                    <a:pt x="4736" y="1203500"/>
                  </a:lnTo>
                  <a:lnTo>
                    <a:pt x="18307" y="1246826"/>
                  </a:lnTo>
                  <a:lnTo>
                    <a:pt x="39749" y="1286122"/>
                  </a:lnTo>
                  <a:lnTo>
                    <a:pt x="68104" y="1320428"/>
                  </a:lnTo>
                  <a:lnTo>
                    <a:pt x="102410" y="1348782"/>
                  </a:lnTo>
                  <a:lnTo>
                    <a:pt x="141706" y="1370225"/>
                  </a:lnTo>
                  <a:lnTo>
                    <a:pt x="185032" y="1383796"/>
                  </a:lnTo>
                  <a:lnTo>
                    <a:pt x="231426" y="1388532"/>
                  </a:lnTo>
                  <a:lnTo>
                    <a:pt x="3584218" y="1388532"/>
                  </a:lnTo>
                  <a:lnTo>
                    <a:pt x="3630612" y="1383796"/>
                  </a:lnTo>
                  <a:lnTo>
                    <a:pt x="3673938" y="1370225"/>
                  </a:lnTo>
                  <a:lnTo>
                    <a:pt x="3713234" y="1348782"/>
                  </a:lnTo>
                  <a:lnTo>
                    <a:pt x="3747540" y="1320428"/>
                  </a:lnTo>
                  <a:lnTo>
                    <a:pt x="3775894" y="1286122"/>
                  </a:lnTo>
                  <a:lnTo>
                    <a:pt x="3797337" y="1246826"/>
                  </a:lnTo>
                  <a:lnTo>
                    <a:pt x="3810907" y="1203500"/>
                  </a:lnTo>
                  <a:lnTo>
                    <a:pt x="3815644" y="1157105"/>
                  </a:lnTo>
                  <a:lnTo>
                    <a:pt x="3815644" y="231427"/>
                  </a:lnTo>
                  <a:lnTo>
                    <a:pt x="3810907" y="185032"/>
                  </a:lnTo>
                  <a:lnTo>
                    <a:pt x="3797337" y="141706"/>
                  </a:lnTo>
                  <a:lnTo>
                    <a:pt x="3775894" y="102410"/>
                  </a:lnTo>
                  <a:lnTo>
                    <a:pt x="3747540" y="68104"/>
                  </a:lnTo>
                  <a:lnTo>
                    <a:pt x="3713234" y="39749"/>
                  </a:lnTo>
                  <a:lnTo>
                    <a:pt x="3673938" y="18307"/>
                  </a:lnTo>
                  <a:lnTo>
                    <a:pt x="3630612" y="4736"/>
                  </a:lnTo>
                  <a:lnTo>
                    <a:pt x="3584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1602217" y="3189110"/>
              <a:ext cx="3815715" cy="1388745"/>
            </a:xfrm>
            <a:custGeom>
              <a:avLst/>
              <a:gdLst/>
              <a:ahLst/>
              <a:cxnLst/>
              <a:rect l="l" t="t" r="r" b="b"/>
              <a:pathLst>
                <a:path w="3815715" h="1388745" extrusionOk="0">
                  <a:moveTo>
                    <a:pt x="0" y="231427"/>
                  </a:moveTo>
                  <a:lnTo>
                    <a:pt x="4736" y="185032"/>
                  </a:lnTo>
                  <a:lnTo>
                    <a:pt x="18307" y="141706"/>
                  </a:lnTo>
                  <a:lnTo>
                    <a:pt x="39749" y="102410"/>
                  </a:lnTo>
                  <a:lnTo>
                    <a:pt x="68104" y="68104"/>
                  </a:lnTo>
                  <a:lnTo>
                    <a:pt x="102410" y="39749"/>
                  </a:lnTo>
                  <a:lnTo>
                    <a:pt x="141706" y="18307"/>
                  </a:lnTo>
                  <a:lnTo>
                    <a:pt x="185032" y="4736"/>
                  </a:lnTo>
                  <a:lnTo>
                    <a:pt x="231426" y="0"/>
                  </a:lnTo>
                  <a:lnTo>
                    <a:pt x="3584218" y="0"/>
                  </a:lnTo>
                  <a:lnTo>
                    <a:pt x="3630612" y="4736"/>
                  </a:lnTo>
                  <a:lnTo>
                    <a:pt x="3673938" y="18307"/>
                  </a:lnTo>
                  <a:lnTo>
                    <a:pt x="3713234" y="39749"/>
                  </a:lnTo>
                  <a:lnTo>
                    <a:pt x="3747540" y="68104"/>
                  </a:lnTo>
                  <a:lnTo>
                    <a:pt x="3775894" y="102410"/>
                  </a:lnTo>
                  <a:lnTo>
                    <a:pt x="3797337" y="141706"/>
                  </a:lnTo>
                  <a:lnTo>
                    <a:pt x="3810907" y="185032"/>
                  </a:lnTo>
                  <a:lnTo>
                    <a:pt x="3815644" y="231427"/>
                  </a:lnTo>
                  <a:lnTo>
                    <a:pt x="3815644" y="1157105"/>
                  </a:lnTo>
                  <a:lnTo>
                    <a:pt x="3810907" y="1203500"/>
                  </a:lnTo>
                  <a:lnTo>
                    <a:pt x="3797337" y="1246826"/>
                  </a:lnTo>
                  <a:lnTo>
                    <a:pt x="3775894" y="1286122"/>
                  </a:lnTo>
                  <a:lnTo>
                    <a:pt x="3747540" y="1320428"/>
                  </a:lnTo>
                  <a:lnTo>
                    <a:pt x="3713234" y="1348782"/>
                  </a:lnTo>
                  <a:lnTo>
                    <a:pt x="3673938" y="1370225"/>
                  </a:lnTo>
                  <a:lnTo>
                    <a:pt x="3630612" y="1383796"/>
                  </a:lnTo>
                  <a:lnTo>
                    <a:pt x="3584218" y="1388532"/>
                  </a:lnTo>
                  <a:lnTo>
                    <a:pt x="231426" y="1388532"/>
                  </a:lnTo>
                  <a:lnTo>
                    <a:pt x="185032" y="1383796"/>
                  </a:lnTo>
                  <a:lnTo>
                    <a:pt x="141706" y="1370225"/>
                  </a:lnTo>
                  <a:lnTo>
                    <a:pt x="102410" y="1348782"/>
                  </a:lnTo>
                  <a:lnTo>
                    <a:pt x="68104" y="1320428"/>
                  </a:lnTo>
                  <a:lnTo>
                    <a:pt x="39749" y="1286122"/>
                  </a:lnTo>
                  <a:lnTo>
                    <a:pt x="18307" y="1246826"/>
                  </a:lnTo>
                  <a:lnTo>
                    <a:pt x="4736" y="1203500"/>
                  </a:lnTo>
                  <a:lnTo>
                    <a:pt x="0" y="1157105"/>
                  </a:lnTo>
                  <a:lnTo>
                    <a:pt x="0" y="231427"/>
                  </a:lnTo>
                  <a:close/>
                </a:path>
              </a:pathLst>
            </a:custGeom>
            <a:noFill/>
            <a:ln w="25375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8"/>
          <p:cNvSpPr txBox="1"/>
          <p:nvPr/>
        </p:nvSpPr>
        <p:spPr>
          <a:xfrm>
            <a:off x="1755747" y="3346350"/>
            <a:ext cx="58801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Roll No.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2881118" y="3346350"/>
            <a:ext cx="2292985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22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ZEEL MANISHBHAI DOBARIYA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202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1755747" y="3778150"/>
            <a:ext cx="253746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Enrollment No. : 24002171210044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1755747" y="3993415"/>
            <a:ext cx="530860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0" rIns="0" bIns="0" anchor="t" anchorCtr="0">
            <a:spAutoFit/>
          </a:bodyPr>
          <a:lstStyle/>
          <a:p>
            <a:pPr marL="12700" marR="5080" lvl="0" indent="0" algn="l" rtl="0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Batch Branch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2880083" y="3993415"/>
            <a:ext cx="416559" cy="45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4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A-7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CSE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1281509" y="496127"/>
            <a:ext cx="3815715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 H A R A T I Y A	J A N A T A M A R T</a:t>
            </a:r>
            <a:endParaRPr dirty="0"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 rot="-5076960">
            <a:off x="7290081" y="2038350"/>
            <a:ext cx="2999105" cy="582295"/>
          </a:xfrm>
          <a:custGeom>
            <a:avLst/>
            <a:gdLst/>
            <a:ahLst/>
            <a:cxnLst/>
            <a:rect l="l" t="t" r="r" b="b"/>
            <a:pathLst>
              <a:path w="2999104" h="582295" extrusionOk="0">
                <a:moveTo>
                  <a:pt x="0" y="582158"/>
                </a:moveTo>
                <a:lnTo>
                  <a:pt x="31090" y="545357"/>
                </a:lnTo>
                <a:lnTo>
                  <a:pt x="58905" y="515266"/>
                </a:lnTo>
                <a:lnTo>
                  <a:pt x="88230" y="485801"/>
                </a:lnTo>
                <a:lnTo>
                  <a:pt x="119031" y="456982"/>
                </a:lnTo>
                <a:lnTo>
                  <a:pt x="151274" y="428833"/>
                </a:lnTo>
                <a:lnTo>
                  <a:pt x="184924" y="401374"/>
                </a:lnTo>
                <a:lnTo>
                  <a:pt x="219947" y="374626"/>
                </a:lnTo>
                <a:lnTo>
                  <a:pt x="256308" y="348613"/>
                </a:lnTo>
                <a:lnTo>
                  <a:pt x="293973" y="323354"/>
                </a:lnTo>
                <a:lnTo>
                  <a:pt x="332908" y="298873"/>
                </a:lnTo>
                <a:lnTo>
                  <a:pt x="373078" y="275190"/>
                </a:lnTo>
                <a:lnTo>
                  <a:pt x="414449" y="252327"/>
                </a:lnTo>
                <a:lnTo>
                  <a:pt x="456986" y="230307"/>
                </a:lnTo>
                <a:lnTo>
                  <a:pt x="500654" y="209149"/>
                </a:lnTo>
                <a:lnTo>
                  <a:pt x="545421" y="188877"/>
                </a:lnTo>
                <a:lnTo>
                  <a:pt x="591250" y="169511"/>
                </a:lnTo>
                <a:lnTo>
                  <a:pt x="638108" y="151074"/>
                </a:lnTo>
                <a:lnTo>
                  <a:pt x="685960" y="133587"/>
                </a:lnTo>
                <a:lnTo>
                  <a:pt x="734772" y="117072"/>
                </a:lnTo>
                <a:lnTo>
                  <a:pt x="784509" y="101550"/>
                </a:lnTo>
                <a:lnTo>
                  <a:pt x="835138" y="87042"/>
                </a:lnTo>
                <a:lnTo>
                  <a:pt x="886623" y="73572"/>
                </a:lnTo>
                <a:lnTo>
                  <a:pt x="938930" y="61159"/>
                </a:lnTo>
                <a:lnTo>
                  <a:pt x="992024" y="49827"/>
                </a:lnTo>
                <a:lnTo>
                  <a:pt x="1045872" y="39596"/>
                </a:lnTo>
                <a:lnTo>
                  <a:pt x="1100439" y="30488"/>
                </a:lnTo>
                <a:lnTo>
                  <a:pt x="1155691" y="22525"/>
                </a:lnTo>
                <a:lnTo>
                  <a:pt x="1211592" y="15729"/>
                </a:lnTo>
                <a:lnTo>
                  <a:pt x="1268109" y="10120"/>
                </a:lnTo>
                <a:lnTo>
                  <a:pt x="1325208" y="5721"/>
                </a:lnTo>
                <a:lnTo>
                  <a:pt x="1382853" y="2554"/>
                </a:lnTo>
                <a:lnTo>
                  <a:pt x="1441011" y="639"/>
                </a:lnTo>
                <a:lnTo>
                  <a:pt x="1499646" y="0"/>
                </a:lnTo>
                <a:lnTo>
                  <a:pt x="1558282" y="649"/>
                </a:lnTo>
                <a:lnTo>
                  <a:pt x="1616439" y="2572"/>
                </a:lnTo>
                <a:lnTo>
                  <a:pt x="1674083" y="5749"/>
                </a:lnTo>
                <a:lnTo>
                  <a:pt x="1731181" y="10157"/>
                </a:lnTo>
                <a:lnTo>
                  <a:pt x="1787697" y="15775"/>
                </a:lnTo>
                <a:lnTo>
                  <a:pt x="1843598" y="22580"/>
                </a:lnTo>
                <a:lnTo>
                  <a:pt x="1898848" y="30552"/>
                </a:lnTo>
                <a:lnTo>
                  <a:pt x="1953413" y="39669"/>
                </a:lnTo>
                <a:lnTo>
                  <a:pt x="2007260" y="49908"/>
                </a:lnTo>
                <a:lnTo>
                  <a:pt x="2060353" y="61249"/>
                </a:lnTo>
                <a:lnTo>
                  <a:pt x="2112658" y="73670"/>
                </a:lnTo>
                <a:lnTo>
                  <a:pt x="2164140" y="87149"/>
                </a:lnTo>
                <a:lnTo>
                  <a:pt x="2214766" y="101664"/>
                </a:lnTo>
                <a:lnTo>
                  <a:pt x="2264501" y="117194"/>
                </a:lnTo>
                <a:lnTo>
                  <a:pt x="2313310" y="133717"/>
                </a:lnTo>
                <a:lnTo>
                  <a:pt x="2361160" y="151212"/>
                </a:lnTo>
                <a:lnTo>
                  <a:pt x="2408015" y="169657"/>
                </a:lnTo>
                <a:lnTo>
                  <a:pt x="2453841" y="189030"/>
                </a:lnTo>
                <a:lnTo>
                  <a:pt x="2498604" y="209309"/>
                </a:lnTo>
                <a:lnTo>
                  <a:pt x="2542270" y="230473"/>
                </a:lnTo>
                <a:lnTo>
                  <a:pt x="2584803" y="252501"/>
                </a:lnTo>
                <a:lnTo>
                  <a:pt x="2626170" y="275370"/>
                </a:lnTo>
                <a:lnTo>
                  <a:pt x="2666336" y="299060"/>
                </a:lnTo>
                <a:lnTo>
                  <a:pt x="2705267" y="323547"/>
                </a:lnTo>
                <a:lnTo>
                  <a:pt x="2742928" y="348812"/>
                </a:lnTo>
                <a:lnTo>
                  <a:pt x="2779285" y="374831"/>
                </a:lnTo>
                <a:lnTo>
                  <a:pt x="2814304" y="401584"/>
                </a:lnTo>
                <a:lnTo>
                  <a:pt x="2847949" y="429049"/>
                </a:lnTo>
                <a:lnTo>
                  <a:pt x="2880188" y="457203"/>
                </a:lnTo>
                <a:lnTo>
                  <a:pt x="2910984" y="486026"/>
                </a:lnTo>
                <a:lnTo>
                  <a:pt x="2940305" y="515497"/>
                </a:lnTo>
                <a:lnTo>
                  <a:pt x="2968115" y="545592"/>
                </a:lnTo>
                <a:lnTo>
                  <a:pt x="2994380" y="576290"/>
                </a:lnTo>
                <a:lnTo>
                  <a:pt x="2999010" y="582158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9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147" name="Google Shape;147;p9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" name="Google Shape;148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9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150" name="Google Shape;150;p9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" name="Google Shape;151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9"/>
          <p:cNvSpPr txBox="1"/>
          <p:nvPr/>
        </p:nvSpPr>
        <p:spPr>
          <a:xfrm>
            <a:off x="2590800" y="1228140"/>
            <a:ext cx="3686810" cy="326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524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U R P O S E  O F  T H E  P R O J E C T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397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R  D I A G R A M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397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 U N C T I O N A L I T Y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397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S E D  J A V A  ,  D S  ,  D B M S  C O N C E P T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397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 E R I T S  &amp;  D E M E R I T S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397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 U T U R E  S C O P E</a:t>
            </a:r>
          </a:p>
          <a:p>
            <a:pPr marL="152400" indent="-139700">
              <a:spcBef>
                <a:spcPts val="1680"/>
              </a:spcBef>
              <a:buSzPts val="1400"/>
              <a:buFont typeface="Arial"/>
              <a:buChar char="•"/>
            </a:pPr>
            <a:r>
              <a:rPr lang="pt-BR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O O L S  U S E D</a:t>
            </a:r>
            <a:endParaRPr lang="pt-BR"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 N D E X</a:t>
            </a:r>
            <a:endParaRPr/>
          </a:p>
        </p:txBody>
      </p:sp>
      <p:sp>
        <p:nvSpPr>
          <p:cNvPr id="154" name="Google Shape;154;p9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617323" y="4713741"/>
            <a:ext cx="2999105" cy="582295"/>
          </a:xfrm>
          <a:custGeom>
            <a:avLst/>
            <a:gdLst/>
            <a:ahLst/>
            <a:cxnLst/>
            <a:rect l="l" t="t" r="r" b="b"/>
            <a:pathLst>
              <a:path w="2999104" h="582295" extrusionOk="0">
                <a:moveTo>
                  <a:pt x="0" y="582158"/>
                </a:moveTo>
                <a:lnTo>
                  <a:pt x="31090" y="545357"/>
                </a:lnTo>
                <a:lnTo>
                  <a:pt x="58905" y="515266"/>
                </a:lnTo>
                <a:lnTo>
                  <a:pt x="88230" y="485801"/>
                </a:lnTo>
                <a:lnTo>
                  <a:pt x="119031" y="456982"/>
                </a:lnTo>
                <a:lnTo>
                  <a:pt x="151274" y="428833"/>
                </a:lnTo>
                <a:lnTo>
                  <a:pt x="184924" y="401374"/>
                </a:lnTo>
                <a:lnTo>
                  <a:pt x="219947" y="374626"/>
                </a:lnTo>
                <a:lnTo>
                  <a:pt x="256308" y="348613"/>
                </a:lnTo>
                <a:lnTo>
                  <a:pt x="293973" y="323354"/>
                </a:lnTo>
                <a:lnTo>
                  <a:pt x="332908" y="298873"/>
                </a:lnTo>
                <a:lnTo>
                  <a:pt x="373078" y="275190"/>
                </a:lnTo>
                <a:lnTo>
                  <a:pt x="414449" y="252327"/>
                </a:lnTo>
                <a:lnTo>
                  <a:pt x="456986" y="230307"/>
                </a:lnTo>
                <a:lnTo>
                  <a:pt x="500654" y="209149"/>
                </a:lnTo>
                <a:lnTo>
                  <a:pt x="545421" y="188877"/>
                </a:lnTo>
                <a:lnTo>
                  <a:pt x="591250" y="169511"/>
                </a:lnTo>
                <a:lnTo>
                  <a:pt x="638108" y="151074"/>
                </a:lnTo>
                <a:lnTo>
                  <a:pt x="685960" y="133587"/>
                </a:lnTo>
                <a:lnTo>
                  <a:pt x="734772" y="117072"/>
                </a:lnTo>
                <a:lnTo>
                  <a:pt x="784509" y="101550"/>
                </a:lnTo>
                <a:lnTo>
                  <a:pt x="835138" y="87042"/>
                </a:lnTo>
                <a:lnTo>
                  <a:pt x="886623" y="73572"/>
                </a:lnTo>
                <a:lnTo>
                  <a:pt x="938930" y="61159"/>
                </a:lnTo>
                <a:lnTo>
                  <a:pt x="992024" y="49827"/>
                </a:lnTo>
                <a:lnTo>
                  <a:pt x="1045872" y="39596"/>
                </a:lnTo>
                <a:lnTo>
                  <a:pt x="1100439" y="30488"/>
                </a:lnTo>
                <a:lnTo>
                  <a:pt x="1155691" y="22525"/>
                </a:lnTo>
                <a:lnTo>
                  <a:pt x="1211592" y="15729"/>
                </a:lnTo>
                <a:lnTo>
                  <a:pt x="1268109" y="10120"/>
                </a:lnTo>
                <a:lnTo>
                  <a:pt x="1325208" y="5721"/>
                </a:lnTo>
                <a:lnTo>
                  <a:pt x="1382853" y="2554"/>
                </a:lnTo>
                <a:lnTo>
                  <a:pt x="1441011" y="639"/>
                </a:lnTo>
                <a:lnTo>
                  <a:pt x="1499646" y="0"/>
                </a:lnTo>
                <a:lnTo>
                  <a:pt x="1558282" y="649"/>
                </a:lnTo>
                <a:lnTo>
                  <a:pt x="1616439" y="2572"/>
                </a:lnTo>
                <a:lnTo>
                  <a:pt x="1674083" y="5749"/>
                </a:lnTo>
                <a:lnTo>
                  <a:pt x="1731181" y="10157"/>
                </a:lnTo>
                <a:lnTo>
                  <a:pt x="1787697" y="15775"/>
                </a:lnTo>
                <a:lnTo>
                  <a:pt x="1843598" y="22580"/>
                </a:lnTo>
                <a:lnTo>
                  <a:pt x="1898848" y="30552"/>
                </a:lnTo>
                <a:lnTo>
                  <a:pt x="1953413" y="39669"/>
                </a:lnTo>
                <a:lnTo>
                  <a:pt x="2007260" y="49908"/>
                </a:lnTo>
                <a:lnTo>
                  <a:pt x="2060353" y="61249"/>
                </a:lnTo>
                <a:lnTo>
                  <a:pt x="2112658" y="73670"/>
                </a:lnTo>
                <a:lnTo>
                  <a:pt x="2164140" y="87149"/>
                </a:lnTo>
                <a:lnTo>
                  <a:pt x="2214766" y="101664"/>
                </a:lnTo>
                <a:lnTo>
                  <a:pt x="2264501" y="117194"/>
                </a:lnTo>
                <a:lnTo>
                  <a:pt x="2313310" y="133717"/>
                </a:lnTo>
                <a:lnTo>
                  <a:pt x="2361160" y="151212"/>
                </a:lnTo>
                <a:lnTo>
                  <a:pt x="2408015" y="169657"/>
                </a:lnTo>
                <a:lnTo>
                  <a:pt x="2453841" y="189030"/>
                </a:lnTo>
                <a:lnTo>
                  <a:pt x="2498604" y="209309"/>
                </a:lnTo>
                <a:lnTo>
                  <a:pt x="2542270" y="230473"/>
                </a:lnTo>
                <a:lnTo>
                  <a:pt x="2584803" y="252501"/>
                </a:lnTo>
                <a:lnTo>
                  <a:pt x="2626170" y="275370"/>
                </a:lnTo>
                <a:lnTo>
                  <a:pt x="2666336" y="299060"/>
                </a:lnTo>
                <a:lnTo>
                  <a:pt x="2705267" y="323547"/>
                </a:lnTo>
                <a:lnTo>
                  <a:pt x="2742928" y="348812"/>
                </a:lnTo>
                <a:lnTo>
                  <a:pt x="2779285" y="374831"/>
                </a:lnTo>
                <a:lnTo>
                  <a:pt x="2814304" y="401584"/>
                </a:lnTo>
                <a:lnTo>
                  <a:pt x="2847949" y="429049"/>
                </a:lnTo>
                <a:lnTo>
                  <a:pt x="2880188" y="457203"/>
                </a:lnTo>
                <a:lnTo>
                  <a:pt x="2910984" y="486026"/>
                </a:lnTo>
                <a:lnTo>
                  <a:pt x="2940305" y="515497"/>
                </a:lnTo>
                <a:lnTo>
                  <a:pt x="2968115" y="545592"/>
                </a:lnTo>
                <a:lnTo>
                  <a:pt x="2994380" y="576290"/>
                </a:lnTo>
                <a:lnTo>
                  <a:pt x="2999010" y="582158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0" y="493466"/>
            <a:ext cx="1624330" cy="3749675"/>
          </a:xfrm>
          <a:custGeom>
            <a:avLst/>
            <a:gdLst/>
            <a:ahLst/>
            <a:cxnLst/>
            <a:rect l="l" t="t" r="r" b="b"/>
            <a:pathLst>
              <a:path w="1624330" h="3749675" extrusionOk="0">
                <a:moveTo>
                  <a:pt x="0" y="0"/>
                </a:moveTo>
                <a:lnTo>
                  <a:pt x="164961" y="1588996"/>
                </a:lnTo>
                <a:lnTo>
                  <a:pt x="1623976" y="937315"/>
                </a:lnTo>
                <a:lnTo>
                  <a:pt x="329923" y="1874631"/>
                </a:lnTo>
                <a:lnTo>
                  <a:pt x="1623976" y="2811946"/>
                </a:lnTo>
                <a:lnTo>
                  <a:pt x="164961" y="2160265"/>
                </a:lnTo>
                <a:lnTo>
                  <a:pt x="0" y="3749262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346056" y="4372846"/>
            <a:ext cx="3144520" cy="770890"/>
          </a:xfrm>
          <a:custGeom>
            <a:avLst/>
            <a:gdLst/>
            <a:ahLst/>
            <a:cxnLst/>
            <a:rect l="l" t="t" r="r" b="b"/>
            <a:pathLst>
              <a:path w="3144520" h="770889" extrusionOk="0">
                <a:moveTo>
                  <a:pt x="0" y="770653"/>
                </a:moveTo>
                <a:lnTo>
                  <a:pt x="13611" y="714931"/>
                </a:lnTo>
                <a:lnTo>
                  <a:pt x="38129" y="646000"/>
                </a:lnTo>
                <a:lnTo>
                  <a:pt x="69965" y="579857"/>
                </a:lnTo>
                <a:lnTo>
                  <a:pt x="108817" y="516627"/>
                </a:lnTo>
                <a:lnTo>
                  <a:pt x="154385" y="456430"/>
                </a:lnTo>
                <a:lnTo>
                  <a:pt x="179593" y="427507"/>
                </a:lnTo>
                <a:lnTo>
                  <a:pt x="206366" y="399389"/>
                </a:lnTo>
                <a:lnTo>
                  <a:pt x="234668" y="372090"/>
                </a:lnTo>
                <a:lnTo>
                  <a:pt x="264460" y="345626"/>
                </a:lnTo>
                <a:lnTo>
                  <a:pt x="295704" y="320012"/>
                </a:lnTo>
                <a:lnTo>
                  <a:pt x="328364" y="295263"/>
                </a:lnTo>
                <a:lnTo>
                  <a:pt x="362401" y="271395"/>
                </a:lnTo>
                <a:lnTo>
                  <a:pt x="397778" y="248423"/>
                </a:lnTo>
                <a:lnTo>
                  <a:pt x="434457" y="226362"/>
                </a:lnTo>
                <a:lnTo>
                  <a:pt x="472401" y="205227"/>
                </a:lnTo>
                <a:lnTo>
                  <a:pt x="511571" y="185034"/>
                </a:lnTo>
                <a:lnTo>
                  <a:pt x="551929" y="165798"/>
                </a:lnTo>
                <a:lnTo>
                  <a:pt x="593440" y="147535"/>
                </a:lnTo>
                <a:lnTo>
                  <a:pt x="636064" y="130258"/>
                </a:lnTo>
                <a:lnTo>
                  <a:pt x="679763" y="113985"/>
                </a:lnTo>
                <a:lnTo>
                  <a:pt x="724502" y="98729"/>
                </a:lnTo>
                <a:lnTo>
                  <a:pt x="770240" y="84507"/>
                </a:lnTo>
                <a:lnTo>
                  <a:pt x="816942" y="71334"/>
                </a:lnTo>
                <a:lnTo>
                  <a:pt x="864569" y="59224"/>
                </a:lnTo>
                <a:lnTo>
                  <a:pt x="913083" y="48194"/>
                </a:lnTo>
                <a:lnTo>
                  <a:pt x="962448" y="38257"/>
                </a:lnTo>
                <a:lnTo>
                  <a:pt x="1012624" y="29431"/>
                </a:lnTo>
                <a:lnTo>
                  <a:pt x="1063575" y="21730"/>
                </a:lnTo>
                <a:lnTo>
                  <a:pt x="1115263" y="15168"/>
                </a:lnTo>
                <a:lnTo>
                  <a:pt x="1167651" y="9762"/>
                </a:lnTo>
                <a:lnTo>
                  <a:pt x="1220699" y="5527"/>
                </a:lnTo>
                <a:lnTo>
                  <a:pt x="1274372" y="2478"/>
                </a:lnTo>
                <a:lnTo>
                  <a:pt x="1328631" y="631"/>
                </a:lnTo>
                <a:lnTo>
                  <a:pt x="1383438" y="0"/>
                </a:lnTo>
                <a:lnTo>
                  <a:pt x="1438756" y="600"/>
                </a:lnTo>
                <a:lnTo>
                  <a:pt x="1494547" y="2448"/>
                </a:lnTo>
                <a:lnTo>
                  <a:pt x="1550773" y="5558"/>
                </a:lnTo>
                <a:lnTo>
                  <a:pt x="1607398" y="9946"/>
                </a:lnTo>
                <a:lnTo>
                  <a:pt x="1664382" y="15627"/>
                </a:lnTo>
                <a:lnTo>
                  <a:pt x="1721689" y="22616"/>
                </a:lnTo>
                <a:lnTo>
                  <a:pt x="1779281" y="30928"/>
                </a:lnTo>
                <a:lnTo>
                  <a:pt x="1837119" y="40580"/>
                </a:lnTo>
                <a:lnTo>
                  <a:pt x="1894732" y="51500"/>
                </a:lnTo>
                <a:lnTo>
                  <a:pt x="1951650" y="63591"/>
                </a:lnTo>
                <a:lnTo>
                  <a:pt x="2007844" y="76826"/>
                </a:lnTo>
                <a:lnTo>
                  <a:pt x="2063283" y="91177"/>
                </a:lnTo>
                <a:lnTo>
                  <a:pt x="2117938" y="106618"/>
                </a:lnTo>
                <a:lnTo>
                  <a:pt x="2171778" y="123120"/>
                </a:lnTo>
                <a:lnTo>
                  <a:pt x="2224774" y="140656"/>
                </a:lnTo>
                <a:lnTo>
                  <a:pt x="2276895" y="159199"/>
                </a:lnTo>
                <a:lnTo>
                  <a:pt x="2328111" y="178722"/>
                </a:lnTo>
                <a:lnTo>
                  <a:pt x="2378392" y="199197"/>
                </a:lnTo>
                <a:lnTo>
                  <a:pt x="2427708" y="220597"/>
                </a:lnTo>
                <a:lnTo>
                  <a:pt x="2476029" y="242894"/>
                </a:lnTo>
                <a:lnTo>
                  <a:pt x="2523325" y="266062"/>
                </a:lnTo>
                <a:lnTo>
                  <a:pt x="2569566" y="290072"/>
                </a:lnTo>
                <a:lnTo>
                  <a:pt x="2614721" y="314898"/>
                </a:lnTo>
                <a:lnTo>
                  <a:pt x="2658761" y="340513"/>
                </a:lnTo>
                <a:lnTo>
                  <a:pt x="2701655" y="366888"/>
                </a:lnTo>
                <a:lnTo>
                  <a:pt x="2743374" y="393996"/>
                </a:lnTo>
                <a:lnTo>
                  <a:pt x="2783887" y="421811"/>
                </a:lnTo>
                <a:lnTo>
                  <a:pt x="2823164" y="450305"/>
                </a:lnTo>
                <a:lnTo>
                  <a:pt x="2861176" y="479450"/>
                </a:lnTo>
                <a:lnTo>
                  <a:pt x="2897891" y="509219"/>
                </a:lnTo>
                <a:lnTo>
                  <a:pt x="2933281" y="539585"/>
                </a:lnTo>
                <a:lnTo>
                  <a:pt x="2967314" y="570520"/>
                </a:lnTo>
                <a:lnTo>
                  <a:pt x="2999961" y="601998"/>
                </a:lnTo>
                <a:lnTo>
                  <a:pt x="3031192" y="633990"/>
                </a:lnTo>
                <a:lnTo>
                  <a:pt x="3060977" y="666469"/>
                </a:lnTo>
                <a:lnTo>
                  <a:pt x="3089285" y="699409"/>
                </a:lnTo>
                <a:lnTo>
                  <a:pt x="3116087" y="732781"/>
                </a:lnTo>
                <a:lnTo>
                  <a:pt x="3141352" y="766559"/>
                </a:lnTo>
                <a:lnTo>
                  <a:pt x="3144193" y="770653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10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168" name="Google Shape;168;p10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0"/>
          <p:cNvSpPr txBox="1">
            <a:spLocks noGrp="1"/>
          </p:cNvSpPr>
          <p:nvPr>
            <p:ph type="title"/>
          </p:nvPr>
        </p:nvSpPr>
        <p:spPr>
          <a:xfrm>
            <a:off x="1923350" y="516974"/>
            <a:ext cx="35631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rgbClr val="000000"/>
                </a:solidFill>
              </a:rPr>
              <a:t>P u r p o s e</a:t>
            </a:r>
            <a:r>
              <a:rPr lang="en-US">
                <a:solidFill>
                  <a:srgbClr val="000000"/>
                </a:solidFill>
              </a:rPr>
              <a:t>   </a:t>
            </a:r>
            <a:r>
              <a:rPr lang="en-US" u="sng">
                <a:solidFill>
                  <a:srgbClr val="000000"/>
                </a:solidFill>
              </a:rPr>
              <a:t>o </a:t>
            </a:r>
            <a:r>
              <a:rPr lang="en-US">
                <a:solidFill>
                  <a:srgbClr val="000000"/>
                </a:solidFill>
              </a:rPr>
              <a:t>f   </a:t>
            </a:r>
            <a:r>
              <a:rPr lang="en-US" u="sng">
                <a:solidFill>
                  <a:srgbClr val="000000"/>
                </a:solidFill>
              </a:rPr>
              <a:t>t h e</a:t>
            </a:r>
            <a:r>
              <a:rPr lang="en-US">
                <a:solidFill>
                  <a:srgbClr val="000000"/>
                </a:solidFill>
              </a:rPr>
              <a:t>   </a:t>
            </a:r>
            <a:r>
              <a:rPr lang="en-US" u="sng">
                <a:solidFill>
                  <a:srgbClr val="000000"/>
                </a:solidFill>
              </a:rPr>
              <a:t>P r o j e c t</a:t>
            </a:r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730049" y="1386817"/>
            <a:ext cx="8092500" cy="24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7500" marR="5715" indent="-304800">
              <a:lnSpc>
                <a:spcPct val="100000"/>
              </a:lnSpc>
              <a:spcBef>
                <a:spcPts val="100"/>
              </a:spcBef>
              <a:buSzPct val="150000"/>
              <a:buFont typeface="Arial MT"/>
              <a:buChar char="•"/>
              <a:tabLst>
                <a:tab pos="317500" algn="l"/>
              </a:tabLs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buying and selling process by providing a platform for sellers to upload, update, and manage products.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91919"/>
              </a:buClr>
              <a:buFont typeface="Arial MT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7500" marR="6350" indent="-304800">
              <a:lnSpc>
                <a:spcPct val="100000"/>
              </a:lnSpc>
              <a:buSzPct val="150000"/>
              <a:buFont typeface="Arial MT"/>
              <a:buChar char="•"/>
              <a:tabLst>
                <a:tab pos="317500" algn="l"/>
              </a:tabLs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Simplify user experience by allowing customers to browse, filter, and purchase products efficiently.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91919"/>
              </a:buClr>
              <a:buFont typeface="Arial MT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7500" marR="5080" indent="-304800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17500" algn="l"/>
                <a:tab pos="1083945" algn="l"/>
                <a:tab pos="1602740" algn="l"/>
                <a:tab pos="2767330" algn="l"/>
                <a:tab pos="3234690" algn="l"/>
                <a:tab pos="4070350" algn="l"/>
                <a:tab pos="4411980" algn="l"/>
                <a:tab pos="5529580" algn="l"/>
                <a:tab pos="5944235" algn="l"/>
                <a:tab pos="7077075" algn="l"/>
                <a:tab pos="7602855" algn="l"/>
              </a:tabLs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	data	consistency	and	security	by	integrating	the	application	with	a database (POSTGRESQL via JDBC).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91919"/>
              </a:buClr>
              <a:buFont typeface="Arial MT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7500" marR="5080" indent="-304800">
              <a:lnSpc>
                <a:spcPct val="100000"/>
              </a:lnSpc>
              <a:buSzPct val="150000"/>
              <a:buFont typeface="Arial MT"/>
              <a:buChar char="•"/>
              <a:tabLst>
                <a:tab pos="317500" algn="l"/>
                <a:tab pos="1226820" algn="l"/>
                <a:tab pos="2182495" algn="l"/>
                <a:tab pos="3073400" algn="l"/>
                <a:tab pos="3977640" algn="l"/>
                <a:tab pos="4884420" algn="l"/>
                <a:tab pos="5393055" algn="l"/>
                <a:tab pos="6011545" algn="l"/>
                <a:tab pos="6990715" algn="l"/>
              </a:tabLs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	business	insights	through	features	like	sales	tracking,	revenue calculation, and product quantity management.</a:t>
            </a: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91919"/>
              </a:buClr>
              <a:buFont typeface="Arial MT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17500" marR="6350" indent="-304800">
              <a:lnSpc>
                <a:spcPct val="100000"/>
              </a:lnSpc>
              <a:buSzPct val="150000"/>
              <a:buFont typeface="Arial MT"/>
              <a:buChar char="•"/>
              <a:tabLst>
                <a:tab pos="317500" algn="l"/>
              </a:tabLs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scalable foundation for building a full-fledged ecommerce solution in the future.</a:t>
            </a:r>
          </a:p>
        </p:txBody>
      </p:sp>
      <p:sp>
        <p:nvSpPr>
          <p:cNvPr id="172" name="Google Shape;172;p10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 rot="10800000">
            <a:off x="5486400" y="20282"/>
            <a:ext cx="3144520" cy="770890"/>
          </a:xfrm>
          <a:custGeom>
            <a:avLst/>
            <a:gdLst/>
            <a:ahLst/>
            <a:cxnLst/>
            <a:rect l="l" t="t" r="r" b="b"/>
            <a:pathLst>
              <a:path w="3144520" h="770889" extrusionOk="0">
                <a:moveTo>
                  <a:pt x="0" y="770653"/>
                </a:moveTo>
                <a:lnTo>
                  <a:pt x="13611" y="714931"/>
                </a:lnTo>
                <a:lnTo>
                  <a:pt x="38129" y="646000"/>
                </a:lnTo>
                <a:lnTo>
                  <a:pt x="69965" y="579857"/>
                </a:lnTo>
                <a:lnTo>
                  <a:pt x="108817" y="516627"/>
                </a:lnTo>
                <a:lnTo>
                  <a:pt x="154385" y="456430"/>
                </a:lnTo>
                <a:lnTo>
                  <a:pt x="179593" y="427507"/>
                </a:lnTo>
                <a:lnTo>
                  <a:pt x="206366" y="399389"/>
                </a:lnTo>
                <a:lnTo>
                  <a:pt x="234668" y="372090"/>
                </a:lnTo>
                <a:lnTo>
                  <a:pt x="264460" y="345626"/>
                </a:lnTo>
                <a:lnTo>
                  <a:pt x="295704" y="320012"/>
                </a:lnTo>
                <a:lnTo>
                  <a:pt x="328364" y="295263"/>
                </a:lnTo>
                <a:lnTo>
                  <a:pt x="362401" y="271395"/>
                </a:lnTo>
                <a:lnTo>
                  <a:pt x="397778" y="248423"/>
                </a:lnTo>
                <a:lnTo>
                  <a:pt x="434457" y="226362"/>
                </a:lnTo>
                <a:lnTo>
                  <a:pt x="472401" y="205227"/>
                </a:lnTo>
                <a:lnTo>
                  <a:pt x="511571" y="185034"/>
                </a:lnTo>
                <a:lnTo>
                  <a:pt x="551929" y="165798"/>
                </a:lnTo>
                <a:lnTo>
                  <a:pt x="593440" y="147535"/>
                </a:lnTo>
                <a:lnTo>
                  <a:pt x="636064" y="130258"/>
                </a:lnTo>
                <a:lnTo>
                  <a:pt x="679763" y="113985"/>
                </a:lnTo>
                <a:lnTo>
                  <a:pt x="724502" y="98729"/>
                </a:lnTo>
                <a:lnTo>
                  <a:pt x="770240" y="84507"/>
                </a:lnTo>
                <a:lnTo>
                  <a:pt x="816942" y="71334"/>
                </a:lnTo>
                <a:lnTo>
                  <a:pt x="864569" y="59224"/>
                </a:lnTo>
                <a:lnTo>
                  <a:pt x="913083" y="48194"/>
                </a:lnTo>
                <a:lnTo>
                  <a:pt x="962448" y="38257"/>
                </a:lnTo>
                <a:lnTo>
                  <a:pt x="1012624" y="29431"/>
                </a:lnTo>
                <a:lnTo>
                  <a:pt x="1063575" y="21730"/>
                </a:lnTo>
                <a:lnTo>
                  <a:pt x="1115263" y="15168"/>
                </a:lnTo>
                <a:lnTo>
                  <a:pt x="1167651" y="9762"/>
                </a:lnTo>
                <a:lnTo>
                  <a:pt x="1220699" y="5527"/>
                </a:lnTo>
                <a:lnTo>
                  <a:pt x="1274372" y="2478"/>
                </a:lnTo>
                <a:lnTo>
                  <a:pt x="1328631" y="631"/>
                </a:lnTo>
                <a:lnTo>
                  <a:pt x="1383438" y="0"/>
                </a:lnTo>
                <a:lnTo>
                  <a:pt x="1438756" y="600"/>
                </a:lnTo>
                <a:lnTo>
                  <a:pt x="1494547" y="2448"/>
                </a:lnTo>
                <a:lnTo>
                  <a:pt x="1550773" y="5558"/>
                </a:lnTo>
                <a:lnTo>
                  <a:pt x="1607398" y="9946"/>
                </a:lnTo>
                <a:lnTo>
                  <a:pt x="1664382" y="15627"/>
                </a:lnTo>
                <a:lnTo>
                  <a:pt x="1721689" y="22616"/>
                </a:lnTo>
                <a:lnTo>
                  <a:pt x="1779281" y="30928"/>
                </a:lnTo>
                <a:lnTo>
                  <a:pt x="1837119" y="40580"/>
                </a:lnTo>
                <a:lnTo>
                  <a:pt x="1894732" y="51500"/>
                </a:lnTo>
                <a:lnTo>
                  <a:pt x="1951650" y="63591"/>
                </a:lnTo>
                <a:lnTo>
                  <a:pt x="2007844" y="76826"/>
                </a:lnTo>
                <a:lnTo>
                  <a:pt x="2063283" y="91177"/>
                </a:lnTo>
                <a:lnTo>
                  <a:pt x="2117938" y="106618"/>
                </a:lnTo>
                <a:lnTo>
                  <a:pt x="2171778" y="123120"/>
                </a:lnTo>
                <a:lnTo>
                  <a:pt x="2224774" y="140656"/>
                </a:lnTo>
                <a:lnTo>
                  <a:pt x="2276895" y="159199"/>
                </a:lnTo>
                <a:lnTo>
                  <a:pt x="2328111" y="178722"/>
                </a:lnTo>
                <a:lnTo>
                  <a:pt x="2378392" y="199197"/>
                </a:lnTo>
                <a:lnTo>
                  <a:pt x="2427708" y="220597"/>
                </a:lnTo>
                <a:lnTo>
                  <a:pt x="2476029" y="242894"/>
                </a:lnTo>
                <a:lnTo>
                  <a:pt x="2523325" y="266062"/>
                </a:lnTo>
                <a:lnTo>
                  <a:pt x="2569566" y="290072"/>
                </a:lnTo>
                <a:lnTo>
                  <a:pt x="2614721" y="314898"/>
                </a:lnTo>
                <a:lnTo>
                  <a:pt x="2658761" y="340513"/>
                </a:lnTo>
                <a:lnTo>
                  <a:pt x="2701655" y="366888"/>
                </a:lnTo>
                <a:lnTo>
                  <a:pt x="2743374" y="393996"/>
                </a:lnTo>
                <a:lnTo>
                  <a:pt x="2783887" y="421811"/>
                </a:lnTo>
                <a:lnTo>
                  <a:pt x="2823164" y="450305"/>
                </a:lnTo>
                <a:lnTo>
                  <a:pt x="2861176" y="479450"/>
                </a:lnTo>
                <a:lnTo>
                  <a:pt x="2897891" y="509219"/>
                </a:lnTo>
                <a:lnTo>
                  <a:pt x="2933281" y="539585"/>
                </a:lnTo>
                <a:lnTo>
                  <a:pt x="2967314" y="570520"/>
                </a:lnTo>
                <a:lnTo>
                  <a:pt x="2999961" y="601998"/>
                </a:lnTo>
                <a:lnTo>
                  <a:pt x="3031192" y="633990"/>
                </a:lnTo>
                <a:lnTo>
                  <a:pt x="3060977" y="666469"/>
                </a:lnTo>
                <a:lnTo>
                  <a:pt x="3089285" y="699409"/>
                </a:lnTo>
                <a:lnTo>
                  <a:pt x="3116087" y="732781"/>
                </a:lnTo>
                <a:lnTo>
                  <a:pt x="3141352" y="766559"/>
                </a:lnTo>
                <a:lnTo>
                  <a:pt x="3144193" y="770653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11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184" name="Google Shape;184;p11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" name="Google Shape;185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" name="Google Shape;186;p11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187" name="Google Shape;187;p11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8" name="Google Shape;188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1"/>
          <p:cNvSpPr txBox="1"/>
          <p:nvPr/>
        </p:nvSpPr>
        <p:spPr>
          <a:xfrm>
            <a:off x="2581130" y="516973"/>
            <a:ext cx="26301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 R</a:t>
            </a:r>
            <a:r>
              <a:rPr lang="en-US" sz="1600" b="1" u="sng">
                <a:solidFill>
                  <a:srgbClr val="191919"/>
                </a:solidFill>
              </a:rPr>
              <a:t> - </a:t>
            </a:r>
            <a:r>
              <a:rPr lang="en-US" sz="1600" b="1" i="0" u="sng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 I A G R A M</a:t>
            </a:r>
            <a:endParaRPr sz="16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  <p:pic>
        <p:nvPicPr>
          <p:cNvPr id="193" name="Google Shape;193;p11" title="ERDIAGRAM.drawio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2674" y="1042549"/>
            <a:ext cx="7229824" cy="35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12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202" name="Google Shape;202;p12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" name="Google Shape;203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12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205" name="Google Shape;205;p12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6" name="Google Shape;206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12"/>
          <p:cNvSpPr txBox="1"/>
          <p:nvPr/>
        </p:nvSpPr>
        <p:spPr>
          <a:xfrm>
            <a:off x="1719741" y="1093614"/>
            <a:ext cx="7306200" cy="3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6865" marR="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Font typeface="Lucida Sans"/>
              <a:buChar char="▪"/>
            </a:pPr>
            <a:r>
              <a:rPr lang="en-US" sz="1600" b="1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Seller Panel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Seller sign-up and login with authentication.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Add, update, view, and delete products.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323215" algn="l" rtl="0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Track revenue and Sells </a:t>
            </a:r>
            <a:r>
              <a:rPr lang="en-US"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R</a:t>
            </a: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eport products.</a:t>
            </a:r>
            <a:endParaRPr sz="15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316865" marR="0" lvl="0" indent="-3041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Lucida Sans"/>
              <a:buChar char="▪"/>
            </a:pPr>
            <a:r>
              <a:rPr lang="en-US" sz="1600" b="1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Customer</a:t>
            </a:r>
            <a:r>
              <a:rPr lang="en-US" sz="1600" b="1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Panel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Customer</a:t>
            </a: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sign-up and login.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Browse all products by category, price.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19625"/>
              </a:lnSpc>
              <a:spcBef>
                <a:spcPts val="15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Add products to cart and purchase items.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85115" algn="l" rtl="0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9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View order history and track orders.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316865" marR="0" lvl="0" indent="-3041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Lucida Sans"/>
              <a:buChar char="▪"/>
            </a:pPr>
            <a:r>
              <a:rPr lang="en-US" sz="1600" b="1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Database Integration (MySQL via JDBC)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Stores user, seller, and product details.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Maintains purchase records and product quantities.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774065" marR="0" lvl="1" indent="-297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Provides secure and consistent data management.</a:t>
            </a:r>
            <a:endParaRPr sz="15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</p:txBody>
      </p:sp>
      <p:sp>
        <p:nvSpPr>
          <p:cNvPr id="208" name="Google Shape;208;p12"/>
          <p:cNvSpPr txBox="1">
            <a:spLocks noGrp="1"/>
          </p:cNvSpPr>
          <p:nvPr>
            <p:ph type="title"/>
          </p:nvPr>
        </p:nvSpPr>
        <p:spPr>
          <a:xfrm>
            <a:off x="1666079" y="516982"/>
            <a:ext cx="350837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727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 U N C T I O N A L I T I E S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0" y="493466"/>
            <a:ext cx="1624330" cy="3749675"/>
          </a:xfrm>
          <a:custGeom>
            <a:avLst/>
            <a:gdLst/>
            <a:ahLst/>
            <a:cxnLst/>
            <a:rect l="l" t="t" r="r" b="b"/>
            <a:pathLst>
              <a:path w="1624330" h="3749675" extrusionOk="0">
                <a:moveTo>
                  <a:pt x="0" y="0"/>
                </a:moveTo>
                <a:lnTo>
                  <a:pt x="164961" y="1588996"/>
                </a:lnTo>
                <a:lnTo>
                  <a:pt x="1623976" y="937315"/>
                </a:lnTo>
                <a:lnTo>
                  <a:pt x="329923" y="1874631"/>
                </a:lnTo>
                <a:lnTo>
                  <a:pt x="1623976" y="2811946"/>
                </a:lnTo>
                <a:lnTo>
                  <a:pt x="164961" y="2160265"/>
                </a:lnTo>
                <a:lnTo>
                  <a:pt x="0" y="3749262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pic>
        <p:nvPicPr>
          <p:cNvPr id="211" name="Google Shape;21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0" y="2539429"/>
            <a:ext cx="867410" cy="2604135"/>
          </a:xfrm>
          <a:custGeom>
            <a:avLst/>
            <a:gdLst/>
            <a:ahLst/>
            <a:cxnLst/>
            <a:rect l="l" t="t" r="r" b="b"/>
            <a:pathLst>
              <a:path w="867410" h="2604135" extrusionOk="0">
                <a:moveTo>
                  <a:pt x="0" y="0"/>
                </a:moveTo>
                <a:lnTo>
                  <a:pt x="48308" y="28278"/>
                </a:lnTo>
                <a:lnTo>
                  <a:pt x="82608" y="50695"/>
                </a:lnTo>
                <a:lnTo>
                  <a:pt x="116544" y="74706"/>
                </a:lnTo>
                <a:lnTo>
                  <a:pt x="150086" y="100279"/>
                </a:lnTo>
                <a:lnTo>
                  <a:pt x="183210" y="127385"/>
                </a:lnTo>
                <a:lnTo>
                  <a:pt x="215887" y="155994"/>
                </a:lnTo>
                <a:lnTo>
                  <a:pt x="248090" y="186074"/>
                </a:lnTo>
                <a:lnTo>
                  <a:pt x="279792" y="217597"/>
                </a:lnTo>
                <a:lnTo>
                  <a:pt x="310967" y="250530"/>
                </a:lnTo>
                <a:lnTo>
                  <a:pt x="341586" y="284845"/>
                </a:lnTo>
                <a:lnTo>
                  <a:pt x="371624" y="320510"/>
                </a:lnTo>
                <a:lnTo>
                  <a:pt x="401053" y="357496"/>
                </a:lnTo>
                <a:lnTo>
                  <a:pt x="429846" y="395772"/>
                </a:lnTo>
                <a:lnTo>
                  <a:pt x="457975" y="435308"/>
                </a:lnTo>
                <a:lnTo>
                  <a:pt x="485415" y="476072"/>
                </a:lnTo>
                <a:lnTo>
                  <a:pt x="512137" y="518036"/>
                </a:lnTo>
                <a:lnTo>
                  <a:pt x="538115" y="561169"/>
                </a:lnTo>
                <a:lnTo>
                  <a:pt x="563321" y="605440"/>
                </a:lnTo>
                <a:lnTo>
                  <a:pt x="587729" y="650819"/>
                </a:lnTo>
                <a:lnTo>
                  <a:pt x="611312" y="697276"/>
                </a:lnTo>
                <a:lnTo>
                  <a:pt x="634042" y="744780"/>
                </a:lnTo>
                <a:lnTo>
                  <a:pt x="655892" y="793302"/>
                </a:lnTo>
                <a:lnTo>
                  <a:pt x="676835" y="842809"/>
                </a:lnTo>
                <a:lnTo>
                  <a:pt x="696845" y="893274"/>
                </a:lnTo>
                <a:lnTo>
                  <a:pt x="715894" y="944664"/>
                </a:lnTo>
                <a:lnTo>
                  <a:pt x="733955" y="996950"/>
                </a:lnTo>
                <a:lnTo>
                  <a:pt x="751001" y="1050102"/>
                </a:lnTo>
                <a:lnTo>
                  <a:pt x="767005" y="1104088"/>
                </a:lnTo>
                <a:lnTo>
                  <a:pt x="781940" y="1158880"/>
                </a:lnTo>
                <a:lnTo>
                  <a:pt x="795779" y="1214445"/>
                </a:lnTo>
                <a:lnTo>
                  <a:pt x="808494" y="1270755"/>
                </a:lnTo>
                <a:lnTo>
                  <a:pt x="820059" y="1327779"/>
                </a:lnTo>
                <a:lnTo>
                  <a:pt x="830447" y="1385486"/>
                </a:lnTo>
                <a:lnTo>
                  <a:pt x="839563" y="1443407"/>
                </a:lnTo>
                <a:lnTo>
                  <a:pt x="847344" y="1501069"/>
                </a:lnTo>
                <a:lnTo>
                  <a:pt x="853803" y="1558434"/>
                </a:lnTo>
                <a:lnTo>
                  <a:pt x="858957" y="1615465"/>
                </a:lnTo>
                <a:lnTo>
                  <a:pt x="862822" y="1672123"/>
                </a:lnTo>
                <a:lnTo>
                  <a:pt x="865413" y="1728372"/>
                </a:lnTo>
                <a:lnTo>
                  <a:pt x="866745" y="1784174"/>
                </a:lnTo>
                <a:lnTo>
                  <a:pt x="866835" y="1839492"/>
                </a:lnTo>
                <a:lnTo>
                  <a:pt x="865698" y="1894287"/>
                </a:lnTo>
                <a:lnTo>
                  <a:pt x="863349" y="1948523"/>
                </a:lnTo>
                <a:lnTo>
                  <a:pt x="859804" y="2002162"/>
                </a:lnTo>
                <a:lnTo>
                  <a:pt x="855079" y="2055166"/>
                </a:lnTo>
                <a:lnTo>
                  <a:pt x="849190" y="2107498"/>
                </a:lnTo>
                <a:lnTo>
                  <a:pt x="842151" y="2159120"/>
                </a:lnTo>
                <a:lnTo>
                  <a:pt x="833980" y="2209995"/>
                </a:lnTo>
                <a:lnTo>
                  <a:pt x="824690" y="2260084"/>
                </a:lnTo>
                <a:lnTo>
                  <a:pt x="814298" y="2309352"/>
                </a:lnTo>
                <a:lnTo>
                  <a:pt x="802820" y="2357760"/>
                </a:lnTo>
                <a:lnTo>
                  <a:pt x="790271" y="2405270"/>
                </a:lnTo>
                <a:lnTo>
                  <a:pt x="776667" y="2451845"/>
                </a:lnTo>
                <a:lnTo>
                  <a:pt x="762023" y="2497448"/>
                </a:lnTo>
                <a:lnTo>
                  <a:pt x="746355" y="2542041"/>
                </a:lnTo>
                <a:lnTo>
                  <a:pt x="729678" y="2585586"/>
                </a:lnTo>
                <a:lnTo>
                  <a:pt x="721987" y="2604069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3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222" name="Google Shape;222;p13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3" name="Google Shape;223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4" name="Google Shape;224;p13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225" name="Google Shape;225;p13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" name="Google Shape;226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13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1012140" y="514682"/>
            <a:ext cx="57912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727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JAVA,DS, DBMS CONECEPTS</a:t>
            </a: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 flipH="1">
            <a:off x="533400" y="1660893"/>
            <a:ext cx="2362200" cy="24006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JAVA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PACKAGES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ERROR HANDLING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MULTI THREADING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INHERITEENCE, ABSTRACTION,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POLYMORPHISM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 flipH="1">
            <a:off x="3413366" y="1669850"/>
            <a:ext cx="2362200" cy="2308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 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DS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STACK(LIFO)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DOUBLY LINKED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LIST(maintain cart operation)</a:t>
            </a:r>
            <a:endParaRPr lang="en-US"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IN" sz="12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 flipH="1">
            <a:off x="6248400" y="1667950"/>
            <a:ext cx="2362200" cy="2308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     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DBMS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TABLE CREATION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PRIMARY KEY , FOREIGN KEY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TRIGGER, PROCEDURE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2" name="Google Shape;23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8455785" y="758971"/>
            <a:ext cx="688340" cy="3141345"/>
          </a:xfrm>
          <a:custGeom>
            <a:avLst/>
            <a:gdLst/>
            <a:ahLst/>
            <a:cxnLst/>
            <a:rect l="l" t="t" r="r" b="b"/>
            <a:pathLst>
              <a:path w="688340" h="3141345" extrusionOk="0">
                <a:moveTo>
                  <a:pt x="688215" y="3141306"/>
                </a:moveTo>
                <a:lnTo>
                  <a:pt x="632091" y="3108970"/>
                </a:lnTo>
                <a:lnTo>
                  <a:pt x="600164" y="3087698"/>
                </a:lnTo>
                <a:lnTo>
                  <a:pt x="568832" y="3064770"/>
                </a:lnTo>
                <a:lnTo>
                  <a:pt x="538117" y="3040220"/>
                </a:lnTo>
                <a:lnTo>
                  <a:pt x="508036" y="3014085"/>
                </a:lnTo>
                <a:lnTo>
                  <a:pt x="478612" y="2986400"/>
                </a:lnTo>
                <a:lnTo>
                  <a:pt x="449864" y="2957200"/>
                </a:lnTo>
                <a:lnTo>
                  <a:pt x="421811" y="2926520"/>
                </a:lnTo>
                <a:lnTo>
                  <a:pt x="394474" y="2894396"/>
                </a:lnTo>
                <a:lnTo>
                  <a:pt x="367873" y="2860864"/>
                </a:lnTo>
                <a:lnTo>
                  <a:pt x="342027" y="2825959"/>
                </a:lnTo>
                <a:lnTo>
                  <a:pt x="316957" y="2789715"/>
                </a:lnTo>
                <a:lnTo>
                  <a:pt x="292683" y="2752169"/>
                </a:lnTo>
                <a:lnTo>
                  <a:pt x="269225" y="2713356"/>
                </a:lnTo>
                <a:lnTo>
                  <a:pt x="246602" y="2673312"/>
                </a:lnTo>
                <a:lnTo>
                  <a:pt x="224836" y="2632071"/>
                </a:lnTo>
                <a:lnTo>
                  <a:pt x="203944" y="2589669"/>
                </a:lnTo>
                <a:lnTo>
                  <a:pt x="183949" y="2546142"/>
                </a:lnTo>
                <a:lnTo>
                  <a:pt x="164869" y="2501525"/>
                </a:lnTo>
                <a:lnTo>
                  <a:pt x="146726" y="2455853"/>
                </a:lnTo>
                <a:lnTo>
                  <a:pt x="129537" y="2409162"/>
                </a:lnTo>
                <a:lnTo>
                  <a:pt x="113325" y="2361487"/>
                </a:lnTo>
                <a:lnTo>
                  <a:pt x="98108" y="2312863"/>
                </a:lnTo>
                <a:lnTo>
                  <a:pt x="83907" y="2263327"/>
                </a:lnTo>
                <a:lnTo>
                  <a:pt x="70742" y="2212912"/>
                </a:lnTo>
                <a:lnTo>
                  <a:pt x="58632" y="2161656"/>
                </a:lnTo>
                <a:lnTo>
                  <a:pt x="47598" y="2109592"/>
                </a:lnTo>
                <a:lnTo>
                  <a:pt x="37660" y="2056757"/>
                </a:lnTo>
                <a:lnTo>
                  <a:pt x="28838" y="2003186"/>
                </a:lnTo>
                <a:lnTo>
                  <a:pt x="21151" y="1948915"/>
                </a:lnTo>
                <a:lnTo>
                  <a:pt x="14620" y="1893977"/>
                </a:lnTo>
                <a:lnTo>
                  <a:pt x="9264" y="1838410"/>
                </a:lnTo>
                <a:lnTo>
                  <a:pt x="5105" y="1782249"/>
                </a:lnTo>
                <a:lnTo>
                  <a:pt x="2161" y="1725528"/>
                </a:lnTo>
                <a:lnTo>
                  <a:pt x="452" y="1668284"/>
                </a:lnTo>
                <a:lnTo>
                  <a:pt x="0" y="1610551"/>
                </a:lnTo>
                <a:lnTo>
                  <a:pt x="822" y="1552366"/>
                </a:lnTo>
                <a:lnTo>
                  <a:pt x="2941" y="1493763"/>
                </a:lnTo>
                <a:lnTo>
                  <a:pt x="6347" y="1435220"/>
                </a:lnTo>
                <a:lnTo>
                  <a:pt x="11004" y="1377216"/>
                </a:lnTo>
                <a:lnTo>
                  <a:pt x="16889" y="1319782"/>
                </a:lnTo>
                <a:lnTo>
                  <a:pt x="23977" y="1262953"/>
                </a:lnTo>
                <a:lnTo>
                  <a:pt x="32246" y="1206761"/>
                </a:lnTo>
                <a:lnTo>
                  <a:pt x="41673" y="1151240"/>
                </a:lnTo>
                <a:lnTo>
                  <a:pt x="52235" y="1096424"/>
                </a:lnTo>
                <a:lnTo>
                  <a:pt x="63907" y="1042345"/>
                </a:lnTo>
                <a:lnTo>
                  <a:pt x="76668" y="989038"/>
                </a:lnTo>
                <a:lnTo>
                  <a:pt x="90493" y="936535"/>
                </a:lnTo>
                <a:lnTo>
                  <a:pt x="105360" y="884870"/>
                </a:lnTo>
                <a:lnTo>
                  <a:pt x="121245" y="834076"/>
                </a:lnTo>
                <a:lnTo>
                  <a:pt x="138125" y="784186"/>
                </a:lnTo>
                <a:lnTo>
                  <a:pt x="155976" y="735235"/>
                </a:lnTo>
                <a:lnTo>
                  <a:pt x="174776" y="687255"/>
                </a:lnTo>
                <a:lnTo>
                  <a:pt x="194502" y="640279"/>
                </a:lnTo>
                <a:lnTo>
                  <a:pt x="215129" y="594342"/>
                </a:lnTo>
                <a:lnTo>
                  <a:pt x="236636" y="549475"/>
                </a:lnTo>
                <a:lnTo>
                  <a:pt x="258998" y="505714"/>
                </a:lnTo>
                <a:lnTo>
                  <a:pt x="282192" y="463090"/>
                </a:lnTo>
                <a:lnTo>
                  <a:pt x="306195" y="421638"/>
                </a:lnTo>
                <a:lnTo>
                  <a:pt x="330984" y="381391"/>
                </a:lnTo>
                <a:lnTo>
                  <a:pt x="356536" y="342382"/>
                </a:lnTo>
                <a:lnTo>
                  <a:pt x="382827" y="304644"/>
                </a:lnTo>
                <a:lnTo>
                  <a:pt x="409834" y="268211"/>
                </a:lnTo>
                <a:lnTo>
                  <a:pt x="437534" y="233117"/>
                </a:lnTo>
                <a:lnTo>
                  <a:pt x="465903" y="199394"/>
                </a:lnTo>
                <a:lnTo>
                  <a:pt x="494919" y="167075"/>
                </a:lnTo>
                <a:lnTo>
                  <a:pt x="524558" y="136196"/>
                </a:lnTo>
                <a:lnTo>
                  <a:pt x="554797" y="106787"/>
                </a:lnTo>
                <a:lnTo>
                  <a:pt x="585613" y="78884"/>
                </a:lnTo>
                <a:lnTo>
                  <a:pt x="616982" y="52519"/>
                </a:lnTo>
                <a:lnTo>
                  <a:pt x="648882" y="27726"/>
                </a:lnTo>
                <a:lnTo>
                  <a:pt x="681288" y="4538"/>
                </a:lnTo>
                <a:lnTo>
                  <a:pt x="688215" y="0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14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243" name="Google Shape;243;p14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" name="Google Shape;244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" name="Google Shape;245;p14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246" name="Google Shape;246;p14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7" name="Google Shape;247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14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pic>
        <p:nvPicPr>
          <p:cNvPr id="249" name="Google Shape;2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4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  <p:sp>
        <p:nvSpPr>
          <p:cNvPr id="251" name="Google Shape;251;p14"/>
          <p:cNvSpPr txBox="1">
            <a:spLocks noGrp="1"/>
          </p:cNvSpPr>
          <p:nvPr>
            <p:ph type="title"/>
          </p:nvPr>
        </p:nvSpPr>
        <p:spPr>
          <a:xfrm>
            <a:off x="5874171" y="850798"/>
            <a:ext cx="1932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 E M E R I T S</a:t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4461331" y="1054894"/>
            <a:ext cx="1270" cy="3606165"/>
          </a:xfrm>
          <a:custGeom>
            <a:avLst/>
            <a:gdLst/>
            <a:ahLst/>
            <a:cxnLst/>
            <a:rect l="l" t="t" r="r" b="b"/>
            <a:pathLst>
              <a:path w="1270" h="3606165" extrusionOk="0">
                <a:moveTo>
                  <a:pt x="793" y="0"/>
                </a:moveTo>
                <a:lnTo>
                  <a:pt x="0" y="3606005"/>
                </a:lnTo>
              </a:path>
            </a:pathLst>
          </a:custGeom>
          <a:noFill/>
          <a:ln w="28575" cap="flat" cmpd="sng">
            <a:solidFill>
              <a:srgbClr val="1818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539575" y="819150"/>
            <a:ext cx="28587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75" rIns="0" bIns="0" anchor="t" anchorCtr="0">
            <a:spAutoFit/>
          </a:bodyPr>
          <a:lstStyle/>
          <a:p>
            <a:pPr marL="11360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 E R I T 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5080" lvl="0" indent="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622441" y="999482"/>
            <a:ext cx="3639300" cy="3757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just" rtl="0">
              <a:spcBef>
                <a:spcPts val="43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lvl="2" indent="-158115" algn="just">
              <a:buSzPts val="1600"/>
              <a:buFont typeface="Georgia"/>
              <a:buChar char="●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Follows OOP principles for clarity.</a:t>
            </a:r>
            <a:endParaRPr sz="16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581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Easy to extend and scale.</a:t>
            </a:r>
            <a:endParaRPr sz="16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59385" marR="116838" lvl="0" indent="-134620" algn="just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Utility classes like OTP and Validator</a:t>
            </a:r>
          </a:p>
          <a:p>
            <a:pPr marL="24765" marR="116838" lvl="0" algn="just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   increase reusability.</a:t>
            </a:r>
            <a:endParaRPr sz="16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116838" lvl="0" indent="0" algn="just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59385" marR="5080" lvl="0" indent="-13462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Roles (admin, seller, customer) clearly        </a:t>
            </a:r>
          </a:p>
          <a:p>
            <a:pPr marL="24765" marR="508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   separated.</a:t>
            </a:r>
            <a:endParaRPr sz="16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581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Admin can delete seller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581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modular design with separate packages     </a:t>
            </a:r>
          </a:p>
          <a:p>
            <a:pPr marL="25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     and classes.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4755975" y="1656025"/>
            <a:ext cx="3832200" cy="248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32258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eorgia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UI/UX design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missing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(unsatisfied by user).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0" marR="3225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Only console-based, not user-friendly.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5080" lvl="0" indent="-3302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Only one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Customer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, seller can use platform 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508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at single time.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508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eorgia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Order traking missing.</a:t>
            </a:r>
            <a:endParaRPr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/>
          <p:nvPr/>
        </p:nvSpPr>
        <p:spPr>
          <a:xfrm>
            <a:off x="0" y="908460"/>
            <a:ext cx="1119505" cy="3300729"/>
          </a:xfrm>
          <a:custGeom>
            <a:avLst/>
            <a:gdLst/>
            <a:ahLst/>
            <a:cxnLst/>
            <a:rect l="l" t="t" r="r" b="b"/>
            <a:pathLst>
              <a:path w="1119505" h="3300729" extrusionOk="0">
                <a:moveTo>
                  <a:pt x="0" y="9596"/>
                </a:moveTo>
                <a:lnTo>
                  <a:pt x="25279" y="6638"/>
                </a:lnTo>
                <a:lnTo>
                  <a:pt x="65527" y="3152"/>
                </a:lnTo>
                <a:lnTo>
                  <a:pt x="105428" y="936"/>
                </a:lnTo>
                <a:lnTo>
                  <a:pt x="144961" y="0"/>
                </a:lnTo>
                <a:lnTo>
                  <a:pt x="184102" y="352"/>
                </a:lnTo>
                <a:lnTo>
                  <a:pt x="222827" y="2004"/>
                </a:lnTo>
                <a:lnTo>
                  <a:pt x="261114" y="4963"/>
                </a:lnTo>
                <a:lnTo>
                  <a:pt x="336280" y="14844"/>
                </a:lnTo>
                <a:lnTo>
                  <a:pt x="409415" y="30069"/>
                </a:lnTo>
                <a:lnTo>
                  <a:pt x="480335" y="50716"/>
                </a:lnTo>
                <a:lnTo>
                  <a:pt x="548856" y="76859"/>
                </a:lnTo>
                <a:lnTo>
                  <a:pt x="614791" y="108575"/>
                </a:lnTo>
                <a:lnTo>
                  <a:pt x="677957" y="145937"/>
                </a:lnTo>
                <a:lnTo>
                  <a:pt x="737996" y="188890"/>
                </a:lnTo>
                <a:lnTo>
                  <a:pt x="793753" y="236609"/>
                </a:lnTo>
                <a:lnTo>
                  <a:pt x="845060" y="288772"/>
                </a:lnTo>
                <a:lnTo>
                  <a:pt x="891927" y="345180"/>
                </a:lnTo>
                <a:lnTo>
                  <a:pt x="934368" y="405635"/>
                </a:lnTo>
                <a:lnTo>
                  <a:pt x="972393" y="469937"/>
                </a:lnTo>
                <a:lnTo>
                  <a:pt x="1006015" y="537886"/>
                </a:lnTo>
                <a:lnTo>
                  <a:pt x="1021179" y="573167"/>
                </a:lnTo>
                <a:lnTo>
                  <a:pt x="1035246" y="609284"/>
                </a:lnTo>
                <a:lnTo>
                  <a:pt x="1048218" y="646214"/>
                </a:lnTo>
                <a:lnTo>
                  <a:pt x="1060097" y="683932"/>
                </a:lnTo>
                <a:lnTo>
                  <a:pt x="1070884" y="722412"/>
                </a:lnTo>
                <a:lnTo>
                  <a:pt x="1080580" y="761629"/>
                </a:lnTo>
                <a:lnTo>
                  <a:pt x="1089187" y="801560"/>
                </a:lnTo>
                <a:lnTo>
                  <a:pt x="1096707" y="842178"/>
                </a:lnTo>
                <a:lnTo>
                  <a:pt x="1103141" y="883459"/>
                </a:lnTo>
                <a:lnTo>
                  <a:pt x="1108491" y="925378"/>
                </a:lnTo>
                <a:lnTo>
                  <a:pt x="1112757" y="967911"/>
                </a:lnTo>
                <a:lnTo>
                  <a:pt x="1115942" y="1011031"/>
                </a:lnTo>
                <a:lnTo>
                  <a:pt x="1118047" y="1054715"/>
                </a:lnTo>
                <a:lnTo>
                  <a:pt x="1119073" y="1098937"/>
                </a:lnTo>
                <a:lnTo>
                  <a:pt x="1119023" y="1143673"/>
                </a:lnTo>
                <a:lnTo>
                  <a:pt x="1117896" y="1188898"/>
                </a:lnTo>
                <a:lnTo>
                  <a:pt x="1115696" y="1234586"/>
                </a:lnTo>
                <a:lnTo>
                  <a:pt x="1112422" y="1280713"/>
                </a:lnTo>
                <a:lnTo>
                  <a:pt x="1108078" y="1327254"/>
                </a:lnTo>
                <a:lnTo>
                  <a:pt x="1102664" y="1374183"/>
                </a:lnTo>
                <a:lnTo>
                  <a:pt x="1096182" y="1421477"/>
                </a:lnTo>
                <a:lnTo>
                  <a:pt x="1088633" y="1469111"/>
                </a:lnTo>
                <a:lnTo>
                  <a:pt x="1080019" y="1517058"/>
                </a:lnTo>
                <a:lnTo>
                  <a:pt x="1070342" y="1565295"/>
                </a:lnTo>
                <a:lnTo>
                  <a:pt x="1059602" y="1613797"/>
                </a:lnTo>
                <a:lnTo>
                  <a:pt x="1047801" y="1662538"/>
                </a:lnTo>
                <a:lnTo>
                  <a:pt x="1034941" y="1711493"/>
                </a:lnTo>
                <a:lnTo>
                  <a:pt x="1021023" y="1760639"/>
                </a:lnTo>
                <a:lnTo>
                  <a:pt x="1006049" y="1809950"/>
                </a:lnTo>
                <a:lnTo>
                  <a:pt x="990020" y="1859400"/>
                </a:lnTo>
                <a:lnTo>
                  <a:pt x="972938" y="1908966"/>
                </a:lnTo>
                <a:lnTo>
                  <a:pt x="954804" y="1958621"/>
                </a:lnTo>
                <a:lnTo>
                  <a:pt x="935619" y="2008342"/>
                </a:lnTo>
                <a:lnTo>
                  <a:pt x="915386" y="2058104"/>
                </a:lnTo>
                <a:lnTo>
                  <a:pt x="894105" y="2107881"/>
                </a:lnTo>
                <a:lnTo>
                  <a:pt x="871779" y="2157648"/>
                </a:lnTo>
                <a:lnTo>
                  <a:pt x="848408" y="2207382"/>
                </a:lnTo>
                <a:lnTo>
                  <a:pt x="823994" y="2257056"/>
                </a:lnTo>
                <a:lnTo>
                  <a:pt x="798538" y="2306645"/>
                </a:lnTo>
                <a:lnTo>
                  <a:pt x="772043" y="2356126"/>
                </a:lnTo>
                <a:lnTo>
                  <a:pt x="744509" y="2405473"/>
                </a:lnTo>
                <a:lnTo>
                  <a:pt x="715938" y="2454661"/>
                </a:lnTo>
                <a:lnTo>
                  <a:pt x="686332" y="2503666"/>
                </a:lnTo>
                <a:lnTo>
                  <a:pt x="655691" y="2552462"/>
                </a:lnTo>
                <a:lnTo>
                  <a:pt x="624018" y="2601024"/>
                </a:lnTo>
                <a:lnTo>
                  <a:pt x="591314" y="2649328"/>
                </a:lnTo>
                <a:lnTo>
                  <a:pt x="557581" y="2697348"/>
                </a:lnTo>
                <a:lnTo>
                  <a:pt x="523025" y="2744781"/>
                </a:lnTo>
                <a:lnTo>
                  <a:pt x="487868" y="2791330"/>
                </a:lnTo>
                <a:lnTo>
                  <a:pt x="452134" y="2836987"/>
                </a:lnTo>
                <a:lnTo>
                  <a:pt x="415846" y="2881742"/>
                </a:lnTo>
                <a:lnTo>
                  <a:pt x="379026" y="2925586"/>
                </a:lnTo>
                <a:lnTo>
                  <a:pt x="341698" y="2968509"/>
                </a:lnTo>
                <a:lnTo>
                  <a:pt x="303885" y="3010502"/>
                </a:lnTo>
                <a:lnTo>
                  <a:pt x="265610" y="3051555"/>
                </a:lnTo>
                <a:lnTo>
                  <a:pt x="226895" y="3091659"/>
                </a:lnTo>
                <a:lnTo>
                  <a:pt x="187765" y="3130805"/>
                </a:lnTo>
                <a:lnTo>
                  <a:pt x="148242" y="3168983"/>
                </a:lnTo>
                <a:lnTo>
                  <a:pt x="108350" y="3206183"/>
                </a:lnTo>
                <a:lnTo>
                  <a:pt x="68111" y="3242396"/>
                </a:lnTo>
                <a:lnTo>
                  <a:pt x="27548" y="3277614"/>
                </a:lnTo>
                <a:lnTo>
                  <a:pt x="0" y="3300678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15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265" name="Google Shape;265;p15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p15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268" name="Google Shape;268;p15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15"/>
          <p:cNvSpPr txBox="1">
            <a:spLocks noGrp="1"/>
          </p:cNvSpPr>
          <p:nvPr>
            <p:ph type="title"/>
          </p:nvPr>
        </p:nvSpPr>
        <p:spPr>
          <a:xfrm>
            <a:off x="2433091" y="516974"/>
            <a:ext cx="2887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 U T U R E   S C O P E</a:t>
            </a:r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1452762" y="1642773"/>
            <a:ext cx="6374700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3515" marR="0" lvl="0" indent="-170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Create a simple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app or website interface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instead of only console.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endParaRPr lang="en-US"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7081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Organize code using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clean structure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for easy updates.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endParaRPr lang="en-US"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70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Ask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review or suggestions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from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Customer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of their ordered product.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endParaRPr lang="en-US" sz="1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eorgia"/>
            </a:endParaRPr>
          </a:p>
          <a:p>
            <a:pPr marL="183515" marR="0" lvl="0" indent="-170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Add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testing tools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to check if all features work correctly.</a:t>
            </a:r>
          </a:p>
        </p:txBody>
      </p:sp>
      <p:pic>
        <p:nvPicPr>
          <p:cNvPr id="273" name="Google Shape;27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/>
          <p:nvPr/>
        </p:nvSpPr>
        <p:spPr>
          <a:xfrm>
            <a:off x="8455785" y="758971"/>
            <a:ext cx="688340" cy="3141345"/>
          </a:xfrm>
          <a:custGeom>
            <a:avLst/>
            <a:gdLst/>
            <a:ahLst/>
            <a:cxnLst/>
            <a:rect l="l" t="t" r="r" b="b"/>
            <a:pathLst>
              <a:path w="688340" h="3141345" extrusionOk="0">
                <a:moveTo>
                  <a:pt x="688215" y="3141306"/>
                </a:moveTo>
                <a:lnTo>
                  <a:pt x="632091" y="3108970"/>
                </a:lnTo>
                <a:lnTo>
                  <a:pt x="600164" y="3087698"/>
                </a:lnTo>
                <a:lnTo>
                  <a:pt x="568832" y="3064770"/>
                </a:lnTo>
                <a:lnTo>
                  <a:pt x="538117" y="3040220"/>
                </a:lnTo>
                <a:lnTo>
                  <a:pt x="508036" y="3014085"/>
                </a:lnTo>
                <a:lnTo>
                  <a:pt x="478612" y="2986400"/>
                </a:lnTo>
                <a:lnTo>
                  <a:pt x="449864" y="2957200"/>
                </a:lnTo>
                <a:lnTo>
                  <a:pt x="421811" y="2926520"/>
                </a:lnTo>
                <a:lnTo>
                  <a:pt x="394474" y="2894396"/>
                </a:lnTo>
                <a:lnTo>
                  <a:pt x="367873" y="2860864"/>
                </a:lnTo>
                <a:lnTo>
                  <a:pt x="342027" y="2825959"/>
                </a:lnTo>
                <a:lnTo>
                  <a:pt x="316957" y="2789715"/>
                </a:lnTo>
                <a:lnTo>
                  <a:pt x="292683" y="2752169"/>
                </a:lnTo>
                <a:lnTo>
                  <a:pt x="269225" y="2713356"/>
                </a:lnTo>
                <a:lnTo>
                  <a:pt x="246602" y="2673312"/>
                </a:lnTo>
                <a:lnTo>
                  <a:pt x="224836" y="2632071"/>
                </a:lnTo>
                <a:lnTo>
                  <a:pt x="203944" y="2589669"/>
                </a:lnTo>
                <a:lnTo>
                  <a:pt x="183949" y="2546142"/>
                </a:lnTo>
                <a:lnTo>
                  <a:pt x="164869" y="2501525"/>
                </a:lnTo>
                <a:lnTo>
                  <a:pt x="146726" y="2455853"/>
                </a:lnTo>
                <a:lnTo>
                  <a:pt x="129537" y="2409162"/>
                </a:lnTo>
                <a:lnTo>
                  <a:pt x="113325" y="2361487"/>
                </a:lnTo>
                <a:lnTo>
                  <a:pt x="98108" y="2312863"/>
                </a:lnTo>
                <a:lnTo>
                  <a:pt x="83907" y="2263327"/>
                </a:lnTo>
                <a:lnTo>
                  <a:pt x="70742" y="2212912"/>
                </a:lnTo>
                <a:lnTo>
                  <a:pt x="58632" y="2161656"/>
                </a:lnTo>
                <a:lnTo>
                  <a:pt x="47598" y="2109592"/>
                </a:lnTo>
                <a:lnTo>
                  <a:pt x="37660" y="2056757"/>
                </a:lnTo>
                <a:lnTo>
                  <a:pt x="28838" y="2003186"/>
                </a:lnTo>
                <a:lnTo>
                  <a:pt x="21151" y="1948915"/>
                </a:lnTo>
                <a:lnTo>
                  <a:pt x="14620" y="1893977"/>
                </a:lnTo>
                <a:lnTo>
                  <a:pt x="9264" y="1838410"/>
                </a:lnTo>
                <a:lnTo>
                  <a:pt x="5105" y="1782249"/>
                </a:lnTo>
                <a:lnTo>
                  <a:pt x="2161" y="1725528"/>
                </a:lnTo>
                <a:lnTo>
                  <a:pt x="452" y="1668284"/>
                </a:lnTo>
                <a:lnTo>
                  <a:pt x="0" y="1610551"/>
                </a:lnTo>
                <a:lnTo>
                  <a:pt x="822" y="1552366"/>
                </a:lnTo>
                <a:lnTo>
                  <a:pt x="2941" y="1493763"/>
                </a:lnTo>
                <a:lnTo>
                  <a:pt x="6347" y="1435220"/>
                </a:lnTo>
                <a:lnTo>
                  <a:pt x="11004" y="1377216"/>
                </a:lnTo>
                <a:lnTo>
                  <a:pt x="16889" y="1319782"/>
                </a:lnTo>
                <a:lnTo>
                  <a:pt x="23977" y="1262953"/>
                </a:lnTo>
                <a:lnTo>
                  <a:pt x="32246" y="1206761"/>
                </a:lnTo>
                <a:lnTo>
                  <a:pt x="41673" y="1151240"/>
                </a:lnTo>
                <a:lnTo>
                  <a:pt x="52235" y="1096424"/>
                </a:lnTo>
                <a:lnTo>
                  <a:pt x="63907" y="1042345"/>
                </a:lnTo>
                <a:lnTo>
                  <a:pt x="76668" y="989038"/>
                </a:lnTo>
                <a:lnTo>
                  <a:pt x="90493" y="936535"/>
                </a:lnTo>
                <a:lnTo>
                  <a:pt x="105360" y="884870"/>
                </a:lnTo>
                <a:lnTo>
                  <a:pt x="121245" y="834076"/>
                </a:lnTo>
                <a:lnTo>
                  <a:pt x="138125" y="784186"/>
                </a:lnTo>
                <a:lnTo>
                  <a:pt x="155976" y="735235"/>
                </a:lnTo>
                <a:lnTo>
                  <a:pt x="174776" y="687255"/>
                </a:lnTo>
                <a:lnTo>
                  <a:pt x="194502" y="640279"/>
                </a:lnTo>
                <a:lnTo>
                  <a:pt x="215129" y="594342"/>
                </a:lnTo>
                <a:lnTo>
                  <a:pt x="236636" y="549475"/>
                </a:lnTo>
                <a:lnTo>
                  <a:pt x="258998" y="505714"/>
                </a:lnTo>
                <a:lnTo>
                  <a:pt x="282192" y="463090"/>
                </a:lnTo>
                <a:lnTo>
                  <a:pt x="306195" y="421638"/>
                </a:lnTo>
                <a:lnTo>
                  <a:pt x="330984" y="381391"/>
                </a:lnTo>
                <a:lnTo>
                  <a:pt x="356536" y="342382"/>
                </a:lnTo>
                <a:lnTo>
                  <a:pt x="382827" y="304644"/>
                </a:lnTo>
                <a:lnTo>
                  <a:pt x="409834" y="268211"/>
                </a:lnTo>
                <a:lnTo>
                  <a:pt x="437534" y="233117"/>
                </a:lnTo>
                <a:lnTo>
                  <a:pt x="465903" y="199394"/>
                </a:lnTo>
                <a:lnTo>
                  <a:pt x="494919" y="167075"/>
                </a:lnTo>
                <a:lnTo>
                  <a:pt x="524558" y="136196"/>
                </a:lnTo>
                <a:lnTo>
                  <a:pt x="554797" y="106787"/>
                </a:lnTo>
                <a:lnTo>
                  <a:pt x="585613" y="78884"/>
                </a:lnTo>
                <a:lnTo>
                  <a:pt x="616982" y="52519"/>
                </a:lnTo>
                <a:lnTo>
                  <a:pt x="648882" y="27726"/>
                </a:lnTo>
                <a:lnTo>
                  <a:pt x="681288" y="4538"/>
                </a:lnTo>
                <a:lnTo>
                  <a:pt x="688215" y="0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6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284" name="Google Shape;284;p16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16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287" name="Google Shape;287;p16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2700465" y="516975"/>
            <a:ext cx="26985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 O O L S   U S E D</a:t>
            </a:r>
            <a:endParaRPr/>
          </a:p>
        </p:txBody>
      </p:sp>
      <p:grpSp>
        <p:nvGrpSpPr>
          <p:cNvPr id="290" name="Google Shape;290;p16"/>
          <p:cNvGrpSpPr/>
          <p:nvPr/>
        </p:nvGrpSpPr>
        <p:grpSpPr>
          <a:xfrm>
            <a:off x="312444" y="1174042"/>
            <a:ext cx="2569542" cy="3708687"/>
            <a:chOff x="312444" y="1174042"/>
            <a:chExt cx="2569542" cy="3708687"/>
          </a:xfrm>
        </p:grpSpPr>
        <p:sp>
          <p:nvSpPr>
            <p:cNvPr id="291" name="Google Shape;291;p16"/>
            <p:cNvSpPr/>
            <p:nvPr/>
          </p:nvSpPr>
          <p:spPr>
            <a:xfrm>
              <a:off x="1778715" y="1174042"/>
              <a:ext cx="795020" cy="3542029"/>
            </a:xfrm>
            <a:custGeom>
              <a:avLst/>
              <a:gdLst/>
              <a:ahLst/>
              <a:cxnLst/>
              <a:rect l="l" t="t" r="r" b="b"/>
              <a:pathLst>
                <a:path w="795019" h="3542029" extrusionOk="0">
                  <a:moveTo>
                    <a:pt x="795025" y="3541727"/>
                  </a:moveTo>
                  <a:lnTo>
                    <a:pt x="795025" y="0"/>
                  </a:lnTo>
                  <a:lnTo>
                    <a:pt x="0" y="0"/>
                  </a:lnTo>
                  <a:lnTo>
                    <a:pt x="0" y="3541727"/>
                  </a:lnTo>
                  <a:lnTo>
                    <a:pt x="795025" y="354172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1778715" y="1174042"/>
              <a:ext cx="795020" cy="3542029"/>
            </a:xfrm>
            <a:custGeom>
              <a:avLst/>
              <a:gdLst/>
              <a:ahLst/>
              <a:cxnLst/>
              <a:rect l="l" t="t" r="r" b="b"/>
              <a:pathLst>
                <a:path w="795019" h="3542029" extrusionOk="0">
                  <a:moveTo>
                    <a:pt x="795025" y="0"/>
                  </a:moveTo>
                  <a:lnTo>
                    <a:pt x="795025" y="3541727"/>
                  </a:lnTo>
                  <a:lnTo>
                    <a:pt x="0" y="3541727"/>
                  </a:lnTo>
                  <a:lnTo>
                    <a:pt x="0" y="0"/>
                  </a:lnTo>
                  <a:lnTo>
                    <a:pt x="795025" y="0"/>
                  </a:lnTo>
                  <a:close/>
                </a:path>
              </a:pathLst>
            </a:custGeom>
            <a:noFill/>
            <a:ln w="2537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72931" y="1314703"/>
              <a:ext cx="596020" cy="596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476740" y="3099246"/>
              <a:ext cx="1405246" cy="17834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91476" y="2201911"/>
              <a:ext cx="577761" cy="5908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6"/>
            <p:cNvSpPr/>
            <p:nvPr/>
          </p:nvSpPr>
          <p:spPr>
            <a:xfrm>
              <a:off x="1802278" y="2018822"/>
              <a:ext cx="749300" cy="1905"/>
            </a:xfrm>
            <a:custGeom>
              <a:avLst/>
              <a:gdLst/>
              <a:ahLst/>
              <a:cxnLst/>
              <a:rect l="l" t="t" r="r" b="b"/>
              <a:pathLst>
                <a:path w="749300" h="1905" extrusionOk="0">
                  <a:moveTo>
                    <a:pt x="0" y="0"/>
                  </a:moveTo>
                  <a:lnTo>
                    <a:pt x="748867" y="1442"/>
                  </a:lnTo>
                </a:path>
              </a:pathLst>
            </a:custGeom>
            <a:noFill/>
            <a:ln w="9525" cap="flat" cmpd="sng">
              <a:solidFill>
                <a:srgbClr val="1818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802278" y="2972665"/>
              <a:ext cx="749300" cy="1905"/>
            </a:xfrm>
            <a:custGeom>
              <a:avLst/>
              <a:gdLst/>
              <a:ahLst/>
              <a:cxnLst/>
              <a:rect l="l" t="t" r="r" b="b"/>
              <a:pathLst>
                <a:path w="749300" h="1905" extrusionOk="0">
                  <a:moveTo>
                    <a:pt x="0" y="0"/>
                  </a:moveTo>
                  <a:lnTo>
                    <a:pt x="748867" y="1442"/>
                  </a:lnTo>
                </a:path>
              </a:pathLst>
            </a:custGeom>
            <a:noFill/>
            <a:ln w="9525" cap="flat" cmpd="sng">
              <a:solidFill>
                <a:srgbClr val="1818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802278" y="3884962"/>
              <a:ext cx="749300" cy="1905"/>
            </a:xfrm>
            <a:custGeom>
              <a:avLst/>
              <a:gdLst/>
              <a:ahLst/>
              <a:cxnLst/>
              <a:rect l="l" t="t" r="r" b="b"/>
              <a:pathLst>
                <a:path w="749300" h="1904" extrusionOk="0">
                  <a:moveTo>
                    <a:pt x="0" y="0"/>
                  </a:moveTo>
                  <a:lnTo>
                    <a:pt x="748867" y="1442"/>
                  </a:lnTo>
                </a:path>
              </a:pathLst>
            </a:custGeom>
            <a:noFill/>
            <a:ln w="9525" cap="flat" cmpd="sng">
              <a:solidFill>
                <a:srgbClr val="1818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9" name="Google Shape;299;p1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2444" y="2218823"/>
              <a:ext cx="1284712" cy="13016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6"/>
          <p:cNvSpPr txBox="1"/>
          <p:nvPr/>
        </p:nvSpPr>
        <p:spPr>
          <a:xfrm>
            <a:off x="3049410" y="1365955"/>
            <a:ext cx="4519930" cy="400685"/>
          </a:xfrm>
          <a:prstGeom prst="rect">
            <a:avLst/>
          </a:prstGeom>
          <a:solidFill>
            <a:srgbClr val="F2F2F2"/>
          </a:solidFill>
          <a:ln w="19025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914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writing and debugging Java code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3046498" y="2254955"/>
            <a:ext cx="4624705" cy="400685"/>
          </a:xfrm>
          <a:prstGeom prst="rect">
            <a:avLst/>
          </a:prstGeom>
          <a:solidFill>
            <a:srgbClr val="F2F2F2"/>
          </a:solidFill>
          <a:ln w="19025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908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store and manage application data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3046498" y="3207455"/>
            <a:ext cx="4383405" cy="400685"/>
          </a:xfrm>
          <a:prstGeom prst="rect">
            <a:avLst/>
          </a:prstGeom>
          <a:solidFill>
            <a:srgbClr val="F2F2F2"/>
          </a:solidFill>
          <a:ln w="19025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908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for implement complex logic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3046498" y="4071055"/>
            <a:ext cx="4002404" cy="400685"/>
          </a:xfrm>
          <a:prstGeom prst="rect">
            <a:avLst/>
          </a:prstGeom>
          <a:solidFill>
            <a:srgbClr val="F2F2F2"/>
          </a:solidFill>
          <a:ln w="19025" cap="flat" cmpd="sng">
            <a:solidFill>
              <a:srgbClr val="7979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2375" rIns="0" bIns="0" anchor="t" anchorCtr="0">
            <a:spAutoFit/>
          </a:bodyPr>
          <a:lstStyle/>
          <a:p>
            <a:pPr marL="908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91919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most powerful tool we used</a:t>
            </a:r>
            <a:endParaRPr sz="2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04" name="Google Shape;304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61036" y="3921578"/>
            <a:ext cx="871763" cy="87176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6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t="-99937" b="-82811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8455785" y="758971"/>
            <a:ext cx="688340" cy="3141345"/>
          </a:xfrm>
          <a:custGeom>
            <a:avLst/>
            <a:gdLst/>
            <a:ahLst/>
            <a:cxnLst/>
            <a:rect l="l" t="t" r="r" b="b"/>
            <a:pathLst>
              <a:path w="688340" h="3141345" extrusionOk="0">
                <a:moveTo>
                  <a:pt x="688215" y="3141306"/>
                </a:moveTo>
                <a:lnTo>
                  <a:pt x="632091" y="3108970"/>
                </a:lnTo>
                <a:lnTo>
                  <a:pt x="600164" y="3087698"/>
                </a:lnTo>
                <a:lnTo>
                  <a:pt x="568832" y="3064770"/>
                </a:lnTo>
                <a:lnTo>
                  <a:pt x="538117" y="3040220"/>
                </a:lnTo>
                <a:lnTo>
                  <a:pt x="508036" y="3014085"/>
                </a:lnTo>
                <a:lnTo>
                  <a:pt x="478612" y="2986400"/>
                </a:lnTo>
                <a:lnTo>
                  <a:pt x="449864" y="2957200"/>
                </a:lnTo>
                <a:lnTo>
                  <a:pt x="421811" y="2926520"/>
                </a:lnTo>
                <a:lnTo>
                  <a:pt x="394474" y="2894396"/>
                </a:lnTo>
                <a:lnTo>
                  <a:pt x="367873" y="2860864"/>
                </a:lnTo>
                <a:lnTo>
                  <a:pt x="342027" y="2825959"/>
                </a:lnTo>
                <a:lnTo>
                  <a:pt x="316957" y="2789715"/>
                </a:lnTo>
                <a:lnTo>
                  <a:pt x="292683" y="2752169"/>
                </a:lnTo>
                <a:lnTo>
                  <a:pt x="269225" y="2713356"/>
                </a:lnTo>
                <a:lnTo>
                  <a:pt x="246602" y="2673312"/>
                </a:lnTo>
                <a:lnTo>
                  <a:pt x="224836" y="2632071"/>
                </a:lnTo>
                <a:lnTo>
                  <a:pt x="203944" y="2589669"/>
                </a:lnTo>
                <a:lnTo>
                  <a:pt x="183949" y="2546142"/>
                </a:lnTo>
                <a:lnTo>
                  <a:pt x="164869" y="2501525"/>
                </a:lnTo>
                <a:lnTo>
                  <a:pt x="146726" y="2455853"/>
                </a:lnTo>
                <a:lnTo>
                  <a:pt x="129537" y="2409162"/>
                </a:lnTo>
                <a:lnTo>
                  <a:pt x="113325" y="2361487"/>
                </a:lnTo>
                <a:lnTo>
                  <a:pt x="98108" y="2312863"/>
                </a:lnTo>
                <a:lnTo>
                  <a:pt x="83907" y="2263327"/>
                </a:lnTo>
                <a:lnTo>
                  <a:pt x="70742" y="2212912"/>
                </a:lnTo>
                <a:lnTo>
                  <a:pt x="58632" y="2161656"/>
                </a:lnTo>
                <a:lnTo>
                  <a:pt x="47598" y="2109592"/>
                </a:lnTo>
                <a:lnTo>
                  <a:pt x="37660" y="2056757"/>
                </a:lnTo>
                <a:lnTo>
                  <a:pt x="28838" y="2003186"/>
                </a:lnTo>
                <a:lnTo>
                  <a:pt x="21151" y="1948915"/>
                </a:lnTo>
                <a:lnTo>
                  <a:pt x="14620" y="1893977"/>
                </a:lnTo>
                <a:lnTo>
                  <a:pt x="9264" y="1838410"/>
                </a:lnTo>
                <a:lnTo>
                  <a:pt x="5105" y="1782249"/>
                </a:lnTo>
                <a:lnTo>
                  <a:pt x="2161" y="1725528"/>
                </a:lnTo>
                <a:lnTo>
                  <a:pt x="452" y="1668284"/>
                </a:lnTo>
                <a:lnTo>
                  <a:pt x="0" y="1610551"/>
                </a:lnTo>
                <a:lnTo>
                  <a:pt x="822" y="1552366"/>
                </a:lnTo>
                <a:lnTo>
                  <a:pt x="2941" y="1493763"/>
                </a:lnTo>
                <a:lnTo>
                  <a:pt x="6347" y="1435220"/>
                </a:lnTo>
                <a:lnTo>
                  <a:pt x="11004" y="1377216"/>
                </a:lnTo>
                <a:lnTo>
                  <a:pt x="16889" y="1319782"/>
                </a:lnTo>
                <a:lnTo>
                  <a:pt x="23977" y="1262953"/>
                </a:lnTo>
                <a:lnTo>
                  <a:pt x="32246" y="1206761"/>
                </a:lnTo>
                <a:lnTo>
                  <a:pt x="41673" y="1151240"/>
                </a:lnTo>
                <a:lnTo>
                  <a:pt x="52235" y="1096424"/>
                </a:lnTo>
                <a:lnTo>
                  <a:pt x="63907" y="1042345"/>
                </a:lnTo>
                <a:lnTo>
                  <a:pt x="76668" y="989038"/>
                </a:lnTo>
                <a:lnTo>
                  <a:pt x="90493" y="936535"/>
                </a:lnTo>
                <a:lnTo>
                  <a:pt x="105360" y="884870"/>
                </a:lnTo>
                <a:lnTo>
                  <a:pt x="121245" y="834076"/>
                </a:lnTo>
                <a:lnTo>
                  <a:pt x="138125" y="784186"/>
                </a:lnTo>
                <a:lnTo>
                  <a:pt x="155976" y="735235"/>
                </a:lnTo>
                <a:lnTo>
                  <a:pt x="174776" y="687255"/>
                </a:lnTo>
                <a:lnTo>
                  <a:pt x="194502" y="640279"/>
                </a:lnTo>
                <a:lnTo>
                  <a:pt x="215129" y="594342"/>
                </a:lnTo>
                <a:lnTo>
                  <a:pt x="236636" y="549475"/>
                </a:lnTo>
                <a:lnTo>
                  <a:pt x="258998" y="505714"/>
                </a:lnTo>
                <a:lnTo>
                  <a:pt x="282192" y="463090"/>
                </a:lnTo>
                <a:lnTo>
                  <a:pt x="306195" y="421638"/>
                </a:lnTo>
                <a:lnTo>
                  <a:pt x="330984" y="381391"/>
                </a:lnTo>
                <a:lnTo>
                  <a:pt x="356536" y="342382"/>
                </a:lnTo>
                <a:lnTo>
                  <a:pt x="382827" y="304644"/>
                </a:lnTo>
                <a:lnTo>
                  <a:pt x="409834" y="268211"/>
                </a:lnTo>
                <a:lnTo>
                  <a:pt x="437534" y="233117"/>
                </a:lnTo>
                <a:lnTo>
                  <a:pt x="465903" y="199394"/>
                </a:lnTo>
                <a:lnTo>
                  <a:pt x="494919" y="167075"/>
                </a:lnTo>
                <a:lnTo>
                  <a:pt x="524558" y="136196"/>
                </a:lnTo>
                <a:lnTo>
                  <a:pt x="554797" y="106787"/>
                </a:lnTo>
                <a:lnTo>
                  <a:pt x="585613" y="78884"/>
                </a:lnTo>
                <a:lnTo>
                  <a:pt x="616982" y="52519"/>
                </a:lnTo>
                <a:lnTo>
                  <a:pt x="648882" y="27726"/>
                </a:lnTo>
                <a:lnTo>
                  <a:pt x="681288" y="4538"/>
                </a:lnTo>
                <a:lnTo>
                  <a:pt x="688215" y="0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794437" y="534807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794437" y="62751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794437" y="72021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120000" extrusionOk="0">
                <a:moveTo>
                  <a:pt x="0" y="0"/>
                </a:moveTo>
                <a:lnTo>
                  <a:pt x="272999" y="0"/>
                </a:lnTo>
              </a:path>
            </a:pathLst>
          </a:cu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7"/>
          <p:cNvGrpSpPr/>
          <p:nvPr/>
        </p:nvGrpSpPr>
        <p:grpSpPr>
          <a:xfrm>
            <a:off x="5634024" y="489125"/>
            <a:ext cx="2387600" cy="273050"/>
            <a:chOff x="5634024" y="489125"/>
            <a:chExt cx="2387600" cy="273050"/>
          </a:xfrm>
        </p:grpSpPr>
        <p:sp>
          <p:nvSpPr>
            <p:cNvPr id="317" name="Google Shape;317;p17"/>
            <p:cNvSpPr/>
            <p:nvPr/>
          </p:nvSpPr>
          <p:spPr>
            <a:xfrm>
              <a:off x="5634024" y="489125"/>
              <a:ext cx="2387600" cy="273050"/>
            </a:xfrm>
            <a:custGeom>
              <a:avLst/>
              <a:gdLst/>
              <a:ahLst/>
              <a:cxnLst/>
              <a:rect l="l" t="t" r="r" b="b"/>
              <a:pathLst>
                <a:path w="238760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2250899" y="0"/>
                  </a:lnTo>
                  <a:lnTo>
                    <a:pt x="2293850" y="7007"/>
                  </a:lnTo>
                  <a:lnTo>
                    <a:pt x="2331296" y="26481"/>
                  </a:lnTo>
                  <a:lnTo>
                    <a:pt x="2360917" y="56102"/>
                  </a:lnTo>
                  <a:lnTo>
                    <a:pt x="2380392" y="93549"/>
                  </a:lnTo>
                  <a:lnTo>
                    <a:pt x="2387399" y="136499"/>
                  </a:lnTo>
                  <a:lnTo>
                    <a:pt x="2380392" y="179450"/>
                  </a:lnTo>
                  <a:lnTo>
                    <a:pt x="2360917" y="216896"/>
                  </a:lnTo>
                  <a:lnTo>
                    <a:pt x="2331296" y="246517"/>
                  </a:lnTo>
                  <a:lnTo>
                    <a:pt x="2293850" y="265992"/>
                  </a:lnTo>
                  <a:lnTo>
                    <a:pt x="2250899" y="272999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" name="Google Shape;318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34093" y="547751"/>
              <a:ext cx="157342" cy="157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9" name="Google Shape;319;p17"/>
          <p:cNvGrpSpPr/>
          <p:nvPr/>
        </p:nvGrpSpPr>
        <p:grpSpPr>
          <a:xfrm>
            <a:off x="8106498" y="489125"/>
            <a:ext cx="273050" cy="273050"/>
            <a:chOff x="8106498" y="489125"/>
            <a:chExt cx="273050" cy="273050"/>
          </a:xfrm>
        </p:grpSpPr>
        <p:sp>
          <p:nvSpPr>
            <p:cNvPr id="320" name="Google Shape;320;p17"/>
            <p:cNvSpPr/>
            <p:nvPr/>
          </p:nvSpPr>
          <p:spPr>
            <a:xfrm>
              <a:off x="8106498" y="489125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 extrusionOk="0">
                  <a:moveTo>
                    <a:pt x="0" y="136499"/>
                  </a:moveTo>
                  <a:lnTo>
                    <a:pt x="7007" y="93549"/>
                  </a:lnTo>
                  <a:lnTo>
                    <a:pt x="26481" y="56102"/>
                  </a:lnTo>
                  <a:lnTo>
                    <a:pt x="56102" y="26481"/>
                  </a:lnTo>
                  <a:lnTo>
                    <a:pt x="93549" y="7007"/>
                  </a:lnTo>
                  <a:lnTo>
                    <a:pt x="136499" y="0"/>
                  </a:lnTo>
                  <a:lnTo>
                    <a:pt x="179450" y="7007"/>
                  </a:lnTo>
                  <a:lnTo>
                    <a:pt x="216896" y="26481"/>
                  </a:lnTo>
                  <a:lnTo>
                    <a:pt x="246517" y="56102"/>
                  </a:lnTo>
                  <a:lnTo>
                    <a:pt x="265992" y="93549"/>
                  </a:lnTo>
                  <a:lnTo>
                    <a:pt x="272999" y="136499"/>
                  </a:lnTo>
                  <a:lnTo>
                    <a:pt x="265992" y="179450"/>
                  </a:lnTo>
                  <a:lnTo>
                    <a:pt x="246517" y="216896"/>
                  </a:lnTo>
                  <a:lnTo>
                    <a:pt x="216896" y="246517"/>
                  </a:lnTo>
                  <a:lnTo>
                    <a:pt x="179450" y="265992"/>
                  </a:lnTo>
                  <a:lnTo>
                    <a:pt x="136499" y="272999"/>
                  </a:lnTo>
                  <a:lnTo>
                    <a:pt x="93549" y="265992"/>
                  </a:lnTo>
                  <a:lnTo>
                    <a:pt x="56102" y="246517"/>
                  </a:lnTo>
                  <a:lnTo>
                    <a:pt x="26481" y="216896"/>
                  </a:lnTo>
                  <a:lnTo>
                    <a:pt x="7007" y="179450"/>
                  </a:lnTo>
                  <a:lnTo>
                    <a:pt x="0" y="136499"/>
                  </a:lnTo>
                  <a:close/>
                </a:path>
              </a:pathLst>
            </a:cu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32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60296" y="555120"/>
              <a:ext cx="157462" cy="144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322;p17"/>
          <p:cNvSpPr txBox="1">
            <a:spLocks noGrp="1"/>
          </p:cNvSpPr>
          <p:nvPr>
            <p:ph type="ftr" idx="11"/>
          </p:nvPr>
        </p:nvSpPr>
        <p:spPr>
          <a:xfrm>
            <a:off x="7190488" y="4882013"/>
            <a:ext cx="1824990" cy="18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BHARATIYA JANATA MART</a:t>
            </a:r>
            <a:endParaRPr/>
          </a:p>
        </p:txBody>
      </p:sp>
      <p:pic>
        <p:nvPicPr>
          <p:cNvPr id="323" name="Google Shape;32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9050"/>
            <a:ext cx="480723" cy="50332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/>
          <p:nvPr/>
        </p:nvSpPr>
        <p:spPr>
          <a:xfrm>
            <a:off x="6934200" y="-19050"/>
            <a:ext cx="2209800" cy="373499"/>
          </a:xfrm>
          <a:custGeom>
            <a:avLst/>
            <a:gdLst/>
            <a:ahLst/>
            <a:cxnLst/>
            <a:rect l="l" t="t" r="r" b="b"/>
            <a:pathLst>
              <a:path w="4444154" h="884033" extrusionOk="0">
                <a:moveTo>
                  <a:pt x="0" y="0"/>
                </a:moveTo>
                <a:lnTo>
                  <a:pt x="4444153" y="0"/>
                </a:lnTo>
                <a:lnTo>
                  <a:pt x="4444153" y="884033"/>
                </a:lnTo>
                <a:lnTo>
                  <a:pt x="0" y="884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9937" b="-82811"/>
            </a:stretch>
          </a:blipFill>
          <a:ln>
            <a:noFill/>
          </a:ln>
        </p:spPr>
      </p:sp>
      <p:sp>
        <p:nvSpPr>
          <p:cNvPr id="325" name="Google Shape;325;p17"/>
          <p:cNvSpPr txBox="1">
            <a:spLocks noGrp="1"/>
          </p:cNvSpPr>
          <p:nvPr>
            <p:ph type="title"/>
          </p:nvPr>
        </p:nvSpPr>
        <p:spPr>
          <a:xfrm>
            <a:off x="2328801" y="1504950"/>
            <a:ext cx="5138799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 u="none">
                <a:solidFill>
                  <a:srgbClr val="538CD5"/>
                </a:solidFill>
              </a:rPr>
              <a:t>Thank You</a:t>
            </a:r>
            <a:endParaRPr sz="6000">
              <a:solidFill>
                <a:srgbClr val="538CD5"/>
              </a:solidFill>
            </a:endParaRPr>
          </a:p>
        </p:txBody>
      </p:sp>
      <p:sp>
        <p:nvSpPr>
          <p:cNvPr id="326" name="Google Shape;326;p17"/>
          <p:cNvSpPr/>
          <p:nvPr/>
        </p:nvSpPr>
        <p:spPr>
          <a:xfrm rot="7278550">
            <a:off x="586792" y="2441104"/>
            <a:ext cx="688340" cy="3141345"/>
          </a:xfrm>
          <a:custGeom>
            <a:avLst/>
            <a:gdLst/>
            <a:ahLst/>
            <a:cxnLst/>
            <a:rect l="l" t="t" r="r" b="b"/>
            <a:pathLst>
              <a:path w="688340" h="3141345" extrusionOk="0">
                <a:moveTo>
                  <a:pt x="688215" y="3141306"/>
                </a:moveTo>
                <a:lnTo>
                  <a:pt x="632091" y="3108970"/>
                </a:lnTo>
                <a:lnTo>
                  <a:pt x="600164" y="3087698"/>
                </a:lnTo>
                <a:lnTo>
                  <a:pt x="568832" y="3064770"/>
                </a:lnTo>
                <a:lnTo>
                  <a:pt x="538117" y="3040220"/>
                </a:lnTo>
                <a:lnTo>
                  <a:pt x="508036" y="3014085"/>
                </a:lnTo>
                <a:lnTo>
                  <a:pt x="478612" y="2986400"/>
                </a:lnTo>
                <a:lnTo>
                  <a:pt x="449864" y="2957200"/>
                </a:lnTo>
                <a:lnTo>
                  <a:pt x="421811" y="2926520"/>
                </a:lnTo>
                <a:lnTo>
                  <a:pt x="394474" y="2894396"/>
                </a:lnTo>
                <a:lnTo>
                  <a:pt x="367873" y="2860864"/>
                </a:lnTo>
                <a:lnTo>
                  <a:pt x="342027" y="2825959"/>
                </a:lnTo>
                <a:lnTo>
                  <a:pt x="316957" y="2789715"/>
                </a:lnTo>
                <a:lnTo>
                  <a:pt x="292683" y="2752169"/>
                </a:lnTo>
                <a:lnTo>
                  <a:pt x="269225" y="2713356"/>
                </a:lnTo>
                <a:lnTo>
                  <a:pt x="246602" y="2673312"/>
                </a:lnTo>
                <a:lnTo>
                  <a:pt x="224836" y="2632071"/>
                </a:lnTo>
                <a:lnTo>
                  <a:pt x="203944" y="2589669"/>
                </a:lnTo>
                <a:lnTo>
                  <a:pt x="183949" y="2546142"/>
                </a:lnTo>
                <a:lnTo>
                  <a:pt x="164869" y="2501525"/>
                </a:lnTo>
                <a:lnTo>
                  <a:pt x="146726" y="2455853"/>
                </a:lnTo>
                <a:lnTo>
                  <a:pt x="129537" y="2409162"/>
                </a:lnTo>
                <a:lnTo>
                  <a:pt x="113325" y="2361487"/>
                </a:lnTo>
                <a:lnTo>
                  <a:pt x="98108" y="2312863"/>
                </a:lnTo>
                <a:lnTo>
                  <a:pt x="83907" y="2263327"/>
                </a:lnTo>
                <a:lnTo>
                  <a:pt x="70742" y="2212912"/>
                </a:lnTo>
                <a:lnTo>
                  <a:pt x="58632" y="2161656"/>
                </a:lnTo>
                <a:lnTo>
                  <a:pt x="47598" y="2109592"/>
                </a:lnTo>
                <a:lnTo>
                  <a:pt x="37660" y="2056757"/>
                </a:lnTo>
                <a:lnTo>
                  <a:pt x="28838" y="2003186"/>
                </a:lnTo>
                <a:lnTo>
                  <a:pt x="21151" y="1948915"/>
                </a:lnTo>
                <a:lnTo>
                  <a:pt x="14620" y="1893977"/>
                </a:lnTo>
                <a:lnTo>
                  <a:pt x="9264" y="1838410"/>
                </a:lnTo>
                <a:lnTo>
                  <a:pt x="5105" y="1782249"/>
                </a:lnTo>
                <a:lnTo>
                  <a:pt x="2161" y="1725528"/>
                </a:lnTo>
                <a:lnTo>
                  <a:pt x="452" y="1668284"/>
                </a:lnTo>
                <a:lnTo>
                  <a:pt x="0" y="1610551"/>
                </a:lnTo>
                <a:lnTo>
                  <a:pt x="822" y="1552366"/>
                </a:lnTo>
                <a:lnTo>
                  <a:pt x="2941" y="1493763"/>
                </a:lnTo>
                <a:lnTo>
                  <a:pt x="6347" y="1435220"/>
                </a:lnTo>
                <a:lnTo>
                  <a:pt x="11004" y="1377216"/>
                </a:lnTo>
                <a:lnTo>
                  <a:pt x="16889" y="1319782"/>
                </a:lnTo>
                <a:lnTo>
                  <a:pt x="23977" y="1262953"/>
                </a:lnTo>
                <a:lnTo>
                  <a:pt x="32246" y="1206761"/>
                </a:lnTo>
                <a:lnTo>
                  <a:pt x="41673" y="1151240"/>
                </a:lnTo>
                <a:lnTo>
                  <a:pt x="52235" y="1096424"/>
                </a:lnTo>
                <a:lnTo>
                  <a:pt x="63907" y="1042345"/>
                </a:lnTo>
                <a:lnTo>
                  <a:pt x="76668" y="989038"/>
                </a:lnTo>
                <a:lnTo>
                  <a:pt x="90493" y="936535"/>
                </a:lnTo>
                <a:lnTo>
                  <a:pt x="105360" y="884870"/>
                </a:lnTo>
                <a:lnTo>
                  <a:pt x="121245" y="834076"/>
                </a:lnTo>
                <a:lnTo>
                  <a:pt x="138125" y="784186"/>
                </a:lnTo>
                <a:lnTo>
                  <a:pt x="155976" y="735235"/>
                </a:lnTo>
                <a:lnTo>
                  <a:pt x="174776" y="687255"/>
                </a:lnTo>
                <a:lnTo>
                  <a:pt x="194502" y="640279"/>
                </a:lnTo>
                <a:lnTo>
                  <a:pt x="215129" y="594342"/>
                </a:lnTo>
                <a:lnTo>
                  <a:pt x="236636" y="549475"/>
                </a:lnTo>
                <a:lnTo>
                  <a:pt x="258998" y="505714"/>
                </a:lnTo>
                <a:lnTo>
                  <a:pt x="282192" y="463090"/>
                </a:lnTo>
                <a:lnTo>
                  <a:pt x="306195" y="421638"/>
                </a:lnTo>
                <a:lnTo>
                  <a:pt x="330984" y="381391"/>
                </a:lnTo>
                <a:lnTo>
                  <a:pt x="356536" y="342382"/>
                </a:lnTo>
                <a:lnTo>
                  <a:pt x="382827" y="304644"/>
                </a:lnTo>
                <a:lnTo>
                  <a:pt x="409834" y="268211"/>
                </a:lnTo>
                <a:lnTo>
                  <a:pt x="437534" y="233117"/>
                </a:lnTo>
                <a:lnTo>
                  <a:pt x="465903" y="199394"/>
                </a:lnTo>
                <a:lnTo>
                  <a:pt x="494919" y="167075"/>
                </a:lnTo>
                <a:lnTo>
                  <a:pt x="524558" y="136196"/>
                </a:lnTo>
                <a:lnTo>
                  <a:pt x="554797" y="106787"/>
                </a:lnTo>
                <a:lnTo>
                  <a:pt x="585613" y="78884"/>
                </a:lnTo>
                <a:lnTo>
                  <a:pt x="616982" y="52519"/>
                </a:lnTo>
                <a:lnTo>
                  <a:pt x="648882" y="27726"/>
                </a:lnTo>
                <a:lnTo>
                  <a:pt x="681288" y="4538"/>
                </a:lnTo>
                <a:lnTo>
                  <a:pt x="688215" y="0"/>
                </a:lnTo>
              </a:path>
            </a:pathLst>
          </a:custGeom>
          <a:noFill/>
          <a:ln w="9525" cap="flat" cmpd="sng">
            <a:solidFill>
              <a:srgbClr val="2E2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694</Words>
  <Application>Microsoft Office PowerPoint</Application>
  <PresentationFormat>On-screen Show (16:9)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Courier New</vt:lpstr>
      <vt:lpstr>Comic Sans MS</vt:lpstr>
      <vt:lpstr>Calibri</vt:lpstr>
      <vt:lpstr>Arial MT</vt:lpstr>
      <vt:lpstr>Arial</vt:lpstr>
      <vt:lpstr>Lucida Sans</vt:lpstr>
      <vt:lpstr>Georgia</vt:lpstr>
      <vt:lpstr>Office Theme</vt:lpstr>
      <vt:lpstr>E-COMMERCE  LOGOKIAPNIDUKAN</vt:lpstr>
      <vt:lpstr>B H A R A T I Y A J A N A T A M A R T</vt:lpstr>
      <vt:lpstr>I N D E X</vt:lpstr>
      <vt:lpstr>P u r p o s e   o f   t h e   P r o j e c t</vt:lpstr>
      <vt:lpstr>PowerPoint Presentation</vt:lpstr>
      <vt:lpstr>F U N C T I O N A L I T I E S</vt:lpstr>
      <vt:lpstr>PowerPoint Presentation</vt:lpstr>
      <vt:lpstr>D E M E R I T S</vt:lpstr>
      <vt:lpstr>F U T U R E   S C O P E</vt:lpstr>
      <vt:lpstr>T O O L S   U S E 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 LOGOKIAPNIDUKAN</dc:title>
  <dc:creator>zeel</dc:creator>
  <cp:lastModifiedBy>zeel dobariya</cp:lastModifiedBy>
  <cp:revision>3</cp:revision>
  <dcterms:modified xsi:type="dcterms:W3CDTF">2025-08-25T11:53:30Z</dcterms:modified>
</cp:coreProperties>
</file>